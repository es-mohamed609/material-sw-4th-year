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7" r:id="rId2"/>
    <p:sldId id="274" r:id="rId3"/>
    <p:sldId id="262" r:id="rId4"/>
    <p:sldId id="280" r:id="rId5"/>
    <p:sldId id="315" r:id="rId6"/>
    <p:sldId id="331" r:id="rId7"/>
    <p:sldId id="332" r:id="rId8"/>
    <p:sldId id="333" r:id="rId9"/>
    <p:sldId id="337" r:id="rId10"/>
    <p:sldId id="336" r:id="rId11"/>
    <p:sldId id="338" r:id="rId12"/>
    <p:sldId id="335" r:id="rId13"/>
    <p:sldId id="339" r:id="rId14"/>
    <p:sldId id="340" r:id="rId15"/>
    <p:sldId id="341" r:id="rId16"/>
    <p:sldId id="342" r:id="rId17"/>
    <p:sldId id="343" r:id="rId18"/>
    <p:sldId id="344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6160"/>
    <a:srgbClr val="F7EAE8"/>
    <a:srgbClr val="0000FF"/>
    <a:srgbClr val="D15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6" autoAdjust="0"/>
  </p:normalViewPr>
  <p:slideViewPr>
    <p:cSldViewPr snapToGrid="0">
      <p:cViewPr varScale="1">
        <p:scale>
          <a:sx n="60" d="100"/>
          <a:sy n="60" d="100"/>
        </p:scale>
        <p:origin x="908" y="6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FB5E71-3BA2-42FA-B46F-B4B91628375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124263-CEE4-472C-A9BA-7A2C4622360C}">
      <dgm:prSet phldrT="[Text]" phldr="0" custT="1"/>
      <dgm:spPr/>
      <dgm:t>
        <a:bodyPr/>
        <a:lstStyle/>
        <a:p>
          <a:r>
            <a:rPr lang="en-US" sz="2400" b="1" dirty="0">
              <a:latin typeface="+mj-lt"/>
            </a:rPr>
            <a:t>Construction of a house</a:t>
          </a:r>
        </a:p>
      </dgm:t>
    </dgm:pt>
    <dgm:pt modelId="{42A0A4CF-9B2F-480A-B335-5BF6966E2410}" type="parTrans" cxnId="{91EBE755-D786-4485-9705-2181FF703F2C}">
      <dgm:prSet/>
      <dgm:spPr/>
      <dgm:t>
        <a:bodyPr/>
        <a:lstStyle/>
        <a:p>
          <a:endParaRPr lang="en-US"/>
        </a:p>
      </dgm:t>
    </dgm:pt>
    <dgm:pt modelId="{ACD9D3DD-6F6D-42E1-83F9-5FA4A467850A}" type="sibTrans" cxnId="{91EBE755-D786-4485-9705-2181FF703F2C}">
      <dgm:prSet/>
      <dgm:spPr/>
      <dgm:t>
        <a:bodyPr/>
        <a:lstStyle/>
        <a:p>
          <a:endParaRPr lang="en-US"/>
        </a:p>
      </dgm:t>
    </dgm:pt>
    <dgm:pt modelId="{8CB31B37-0442-4C06-8E73-B3172D1D7832}">
      <dgm:prSet phldrT="[Text]" phldr="0"/>
      <dgm:spPr/>
      <dgm:t>
        <a:bodyPr/>
        <a:lstStyle/>
        <a:p>
          <a:r>
            <a:rPr lang="en-US" b="1" dirty="0">
              <a:latin typeface="+mj-lt"/>
            </a:rPr>
            <a:t>Foundation</a:t>
          </a:r>
        </a:p>
      </dgm:t>
    </dgm:pt>
    <dgm:pt modelId="{3588E7C2-E6F4-4503-BE6E-DBB64229BDAD}" type="parTrans" cxnId="{3DA5D3D0-0193-417B-A248-AE8FD4CCCECA}">
      <dgm:prSet/>
      <dgm:spPr/>
      <dgm:t>
        <a:bodyPr/>
        <a:lstStyle/>
        <a:p>
          <a:endParaRPr lang="en-US"/>
        </a:p>
      </dgm:t>
    </dgm:pt>
    <dgm:pt modelId="{935AC8DA-36B7-4A6B-AC49-33EDEEFBBE08}" type="sibTrans" cxnId="{3DA5D3D0-0193-417B-A248-AE8FD4CCCECA}">
      <dgm:prSet/>
      <dgm:spPr/>
      <dgm:t>
        <a:bodyPr/>
        <a:lstStyle/>
        <a:p>
          <a:endParaRPr lang="en-US"/>
        </a:p>
      </dgm:t>
    </dgm:pt>
    <dgm:pt modelId="{C087248D-73EC-4C83-93C5-12410D99888C}">
      <dgm:prSet phldrT="[Text]" phldr="0"/>
      <dgm:spPr/>
      <dgm:t>
        <a:bodyPr/>
        <a:lstStyle/>
        <a:p>
          <a:r>
            <a:rPr lang="en-US" b="1" dirty="0">
              <a:latin typeface="+mj-lt"/>
            </a:rPr>
            <a:t>Excavation</a:t>
          </a:r>
        </a:p>
      </dgm:t>
    </dgm:pt>
    <dgm:pt modelId="{5C0B12A6-CBB5-4E37-9F89-998A4416C2E9}" type="parTrans" cxnId="{DD6C9C4A-1873-4051-98D8-8D4BC90D2B1F}">
      <dgm:prSet/>
      <dgm:spPr/>
      <dgm:t>
        <a:bodyPr/>
        <a:lstStyle/>
        <a:p>
          <a:endParaRPr lang="en-US"/>
        </a:p>
      </dgm:t>
    </dgm:pt>
    <dgm:pt modelId="{E80F250F-7B8C-4EAE-8727-82593BF8EF2F}" type="sibTrans" cxnId="{DD6C9C4A-1873-4051-98D8-8D4BC90D2B1F}">
      <dgm:prSet/>
      <dgm:spPr/>
      <dgm:t>
        <a:bodyPr/>
        <a:lstStyle/>
        <a:p>
          <a:endParaRPr lang="en-US"/>
        </a:p>
      </dgm:t>
    </dgm:pt>
    <dgm:pt modelId="{BCBF0735-A06F-4FE0-AEC7-379D98912005}">
      <dgm:prSet phldrT="[Text]" phldr="0"/>
      <dgm:spPr/>
      <dgm:t>
        <a:bodyPr/>
        <a:lstStyle/>
        <a:p>
          <a:r>
            <a:rPr lang="en-US" b="1" dirty="0">
              <a:latin typeface="+mj-lt"/>
            </a:rPr>
            <a:t>Concrete</a:t>
          </a:r>
        </a:p>
      </dgm:t>
    </dgm:pt>
    <dgm:pt modelId="{9D5B546F-32A3-40D2-972A-09677441BCCC}" type="parTrans" cxnId="{7E69839A-FE85-4C50-AE60-744E10FA99E9}">
      <dgm:prSet/>
      <dgm:spPr/>
      <dgm:t>
        <a:bodyPr/>
        <a:lstStyle/>
        <a:p>
          <a:endParaRPr lang="en-US"/>
        </a:p>
      </dgm:t>
    </dgm:pt>
    <dgm:pt modelId="{D8DD17F6-979D-43AC-B7FF-A514F5B2B1B2}" type="sibTrans" cxnId="{7E69839A-FE85-4C50-AE60-744E10FA99E9}">
      <dgm:prSet/>
      <dgm:spPr/>
      <dgm:t>
        <a:bodyPr/>
        <a:lstStyle/>
        <a:p>
          <a:endParaRPr lang="en-US"/>
        </a:p>
      </dgm:t>
    </dgm:pt>
    <dgm:pt modelId="{A9F71FC0-2D94-4F0D-915D-1C0F50EA78D2}">
      <dgm:prSet phldrT="[Text]" phldr="0"/>
      <dgm:spPr/>
      <dgm:t>
        <a:bodyPr/>
        <a:lstStyle/>
        <a:p>
          <a:r>
            <a:rPr lang="en-US" b="1" dirty="0"/>
            <a:t>Finish</a:t>
          </a:r>
          <a:r>
            <a:rPr lang="en-US" dirty="0"/>
            <a:t> </a:t>
          </a:r>
          <a:r>
            <a:rPr lang="en-US" b="1" dirty="0"/>
            <a:t>works</a:t>
          </a:r>
        </a:p>
      </dgm:t>
    </dgm:pt>
    <dgm:pt modelId="{2DA7BFC4-24B0-43DA-9CCD-592A21E9AEEF}" type="parTrans" cxnId="{1C812F2B-6A9C-4304-823E-625A3D41D32F}">
      <dgm:prSet/>
      <dgm:spPr/>
      <dgm:t>
        <a:bodyPr/>
        <a:lstStyle/>
        <a:p>
          <a:endParaRPr lang="en-US"/>
        </a:p>
      </dgm:t>
    </dgm:pt>
    <dgm:pt modelId="{8DC5E6BD-7ECB-4F78-B6BC-C0D186BF7D82}" type="sibTrans" cxnId="{1C812F2B-6A9C-4304-823E-625A3D41D32F}">
      <dgm:prSet/>
      <dgm:spPr/>
      <dgm:t>
        <a:bodyPr/>
        <a:lstStyle/>
        <a:p>
          <a:endParaRPr lang="en-US"/>
        </a:p>
      </dgm:t>
    </dgm:pt>
    <dgm:pt modelId="{6E991965-9226-4379-A367-78613E8ECE66}">
      <dgm:prSet phldrT="[Text]" phldr="0"/>
      <dgm:spPr/>
      <dgm:t>
        <a:bodyPr/>
        <a:lstStyle/>
        <a:p>
          <a:r>
            <a:rPr lang="en-US" b="1" dirty="0">
              <a:latin typeface="+mj-lt"/>
            </a:rPr>
            <a:t>Electrical</a:t>
          </a:r>
          <a:r>
            <a:rPr lang="en-US" dirty="0">
              <a:latin typeface="+mj-lt"/>
            </a:rPr>
            <a:t> </a:t>
          </a:r>
          <a:r>
            <a:rPr lang="en-US" b="1" dirty="0">
              <a:latin typeface="+mj-lt"/>
            </a:rPr>
            <a:t>works</a:t>
          </a:r>
        </a:p>
      </dgm:t>
    </dgm:pt>
    <dgm:pt modelId="{AB24623E-FBC1-4ECF-9581-1466F5BDB9B4}" type="parTrans" cxnId="{3CEE9930-6D6B-41CF-8D80-22598E8E7BA6}">
      <dgm:prSet/>
      <dgm:spPr/>
      <dgm:t>
        <a:bodyPr/>
        <a:lstStyle/>
        <a:p>
          <a:endParaRPr lang="en-US"/>
        </a:p>
      </dgm:t>
    </dgm:pt>
    <dgm:pt modelId="{861DC632-729F-4CA7-A7AE-3ADE793374C2}" type="sibTrans" cxnId="{3CEE9930-6D6B-41CF-8D80-22598E8E7BA6}">
      <dgm:prSet/>
      <dgm:spPr/>
      <dgm:t>
        <a:bodyPr/>
        <a:lstStyle/>
        <a:p>
          <a:endParaRPr lang="en-US"/>
        </a:p>
      </dgm:t>
    </dgm:pt>
    <dgm:pt modelId="{35F38AC2-B87A-4AA0-83DA-B621FA425C96}">
      <dgm:prSet/>
      <dgm:spPr/>
      <dgm:t>
        <a:bodyPr/>
        <a:lstStyle/>
        <a:p>
          <a:r>
            <a:rPr lang="en-US" b="1" dirty="0"/>
            <a:t>Interior design</a:t>
          </a:r>
        </a:p>
      </dgm:t>
    </dgm:pt>
    <dgm:pt modelId="{F56600F8-73C2-40D1-B077-39E7FADD601F}" type="parTrans" cxnId="{2574A82F-EF94-4D87-9A7F-BA536FABA92B}">
      <dgm:prSet/>
      <dgm:spPr/>
      <dgm:t>
        <a:bodyPr/>
        <a:lstStyle/>
        <a:p>
          <a:endParaRPr lang="en-US"/>
        </a:p>
      </dgm:t>
    </dgm:pt>
    <dgm:pt modelId="{0504FC0A-454B-4791-9E35-116AB084CF32}" type="sibTrans" cxnId="{2574A82F-EF94-4D87-9A7F-BA536FABA92B}">
      <dgm:prSet/>
      <dgm:spPr/>
      <dgm:t>
        <a:bodyPr/>
        <a:lstStyle/>
        <a:p>
          <a:endParaRPr lang="en-US"/>
        </a:p>
      </dgm:t>
    </dgm:pt>
    <dgm:pt modelId="{119A6AC0-6D85-44B5-A19E-E0B44BA066C1}">
      <dgm:prSet/>
      <dgm:spPr/>
      <dgm:t>
        <a:bodyPr/>
        <a:lstStyle/>
        <a:p>
          <a:r>
            <a:rPr lang="en-US" b="1" dirty="0">
              <a:latin typeface="+mj-lt"/>
            </a:rPr>
            <a:t>Decide</a:t>
          </a:r>
          <a:r>
            <a:rPr lang="en-US" dirty="0">
              <a:latin typeface="+mj-lt"/>
            </a:rPr>
            <a:t> </a:t>
          </a:r>
          <a:r>
            <a:rPr lang="en-US" b="1" dirty="0" err="1">
              <a:latin typeface="+mj-lt"/>
            </a:rPr>
            <a:t>furnitures</a:t>
          </a:r>
          <a:endParaRPr lang="en-US" b="1" dirty="0">
            <a:latin typeface="+mj-lt"/>
          </a:endParaRPr>
        </a:p>
      </dgm:t>
    </dgm:pt>
    <dgm:pt modelId="{3ED25850-8A26-495E-A9F7-B52F565B1686}" type="parTrans" cxnId="{113E3950-2B8B-444D-82A5-AE35A1C3A296}">
      <dgm:prSet/>
      <dgm:spPr/>
      <dgm:t>
        <a:bodyPr/>
        <a:lstStyle/>
        <a:p>
          <a:endParaRPr lang="en-US"/>
        </a:p>
      </dgm:t>
    </dgm:pt>
    <dgm:pt modelId="{6BDB759C-5810-420D-85F8-7BFE5C1513F2}" type="sibTrans" cxnId="{113E3950-2B8B-444D-82A5-AE35A1C3A296}">
      <dgm:prSet/>
      <dgm:spPr/>
      <dgm:t>
        <a:bodyPr/>
        <a:lstStyle/>
        <a:p>
          <a:endParaRPr lang="en-US"/>
        </a:p>
      </dgm:t>
    </dgm:pt>
    <dgm:pt modelId="{AD4B16BA-D8AE-4A28-8F9C-9FC198703217}">
      <dgm:prSet/>
      <dgm:spPr/>
      <dgm:t>
        <a:bodyPr/>
        <a:lstStyle/>
        <a:p>
          <a:r>
            <a:rPr lang="en-US" b="1" dirty="0">
              <a:latin typeface="+mj-lt"/>
            </a:rPr>
            <a:t>Procure furniture</a:t>
          </a:r>
        </a:p>
      </dgm:t>
    </dgm:pt>
    <dgm:pt modelId="{40ADE776-8CAA-4EE2-9F3B-ADAF8FDE10CB}" type="parTrans" cxnId="{C1342FC3-62BF-4095-A670-5DF5B5102E29}">
      <dgm:prSet/>
      <dgm:spPr/>
      <dgm:t>
        <a:bodyPr/>
        <a:lstStyle/>
        <a:p>
          <a:endParaRPr lang="en-US"/>
        </a:p>
      </dgm:t>
    </dgm:pt>
    <dgm:pt modelId="{5D9C755C-05A0-4999-9B96-05BE508B3869}" type="sibTrans" cxnId="{C1342FC3-62BF-4095-A670-5DF5B5102E29}">
      <dgm:prSet/>
      <dgm:spPr/>
      <dgm:t>
        <a:bodyPr/>
        <a:lstStyle/>
        <a:p>
          <a:endParaRPr lang="en-US"/>
        </a:p>
      </dgm:t>
    </dgm:pt>
    <dgm:pt modelId="{8354C267-248A-479E-83D8-3CEA981BE801}">
      <dgm:prSet/>
      <dgm:spPr/>
      <dgm:t>
        <a:bodyPr/>
        <a:lstStyle/>
        <a:p>
          <a:r>
            <a:rPr lang="en-US" b="1" dirty="0" err="1"/>
            <a:t>Masonary</a:t>
          </a:r>
          <a:r>
            <a:rPr lang="en-US" dirty="0"/>
            <a:t> </a:t>
          </a:r>
          <a:r>
            <a:rPr lang="en-US" b="1" dirty="0"/>
            <a:t>works</a:t>
          </a:r>
        </a:p>
      </dgm:t>
    </dgm:pt>
    <dgm:pt modelId="{E3D1E66E-5837-41B6-B720-D260E572B015}" type="parTrans" cxnId="{EA0C0B40-9E5F-40AA-B139-884CA7A9D5F6}">
      <dgm:prSet/>
      <dgm:spPr/>
      <dgm:t>
        <a:bodyPr/>
        <a:lstStyle/>
        <a:p>
          <a:endParaRPr lang="en-US"/>
        </a:p>
      </dgm:t>
    </dgm:pt>
    <dgm:pt modelId="{15CE4196-CA6B-4E10-8EA0-874835DE6699}" type="sibTrans" cxnId="{EA0C0B40-9E5F-40AA-B139-884CA7A9D5F6}">
      <dgm:prSet/>
      <dgm:spPr/>
      <dgm:t>
        <a:bodyPr/>
        <a:lstStyle/>
        <a:p>
          <a:endParaRPr lang="en-US"/>
        </a:p>
      </dgm:t>
    </dgm:pt>
    <dgm:pt modelId="{9CF5884A-9EC2-4E65-B28F-5A81BFCCDF93}">
      <dgm:prSet/>
      <dgm:spPr/>
      <dgm:t>
        <a:bodyPr/>
        <a:lstStyle/>
        <a:p>
          <a:r>
            <a:rPr lang="en-US" b="1" dirty="0">
              <a:latin typeface="+mj-lt"/>
            </a:rPr>
            <a:t>Sanitary works</a:t>
          </a:r>
        </a:p>
      </dgm:t>
    </dgm:pt>
    <dgm:pt modelId="{EB4F07F7-8C81-4337-95BC-E37F04348C0A}" type="parTrans" cxnId="{E49C1F16-B9ED-4FC1-992B-28B24380F395}">
      <dgm:prSet/>
      <dgm:spPr/>
      <dgm:t>
        <a:bodyPr/>
        <a:lstStyle/>
        <a:p>
          <a:endParaRPr lang="en-US"/>
        </a:p>
      </dgm:t>
    </dgm:pt>
    <dgm:pt modelId="{A193F4E0-5857-400F-8632-71BAED6E1264}" type="sibTrans" cxnId="{E49C1F16-B9ED-4FC1-992B-28B24380F395}">
      <dgm:prSet/>
      <dgm:spPr/>
      <dgm:t>
        <a:bodyPr/>
        <a:lstStyle/>
        <a:p>
          <a:endParaRPr lang="en-US"/>
        </a:p>
      </dgm:t>
    </dgm:pt>
    <dgm:pt modelId="{A079E5EB-FE39-404D-9CA5-91FCB3F61045}">
      <dgm:prSet/>
      <dgm:spPr/>
      <dgm:t>
        <a:bodyPr/>
        <a:lstStyle/>
        <a:p>
          <a:r>
            <a:rPr lang="en-US" b="1" dirty="0">
              <a:latin typeface="+mj-lt"/>
            </a:rPr>
            <a:t>Painting works</a:t>
          </a:r>
        </a:p>
      </dgm:t>
    </dgm:pt>
    <dgm:pt modelId="{B84106BE-97B8-4E01-868A-E8240F229D8B}" type="parTrans" cxnId="{BB66E759-2388-40D6-AFB0-A163A70011D0}">
      <dgm:prSet/>
      <dgm:spPr/>
      <dgm:t>
        <a:bodyPr/>
        <a:lstStyle/>
        <a:p>
          <a:endParaRPr lang="en-US"/>
        </a:p>
      </dgm:t>
    </dgm:pt>
    <dgm:pt modelId="{FEA372CC-7F12-4E0C-8A6D-700CC338AF15}" type="sibTrans" cxnId="{BB66E759-2388-40D6-AFB0-A163A70011D0}">
      <dgm:prSet/>
      <dgm:spPr/>
      <dgm:t>
        <a:bodyPr/>
        <a:lstStyle/>
        <a:p>
          <a:endParaRPr lang="en-US"/>
        </a:p>
      </dgm:t>
    </dgm:pt>
    <dgm:pt modelId="{BFA55F81-6890-4C86-952E-5D4BE58815C5}">
      <dgm:prSet/>
      <dgm:spPr/>
      <dgm:t>
        <a:bodyPr/>
        <a:lstStyle/>
        <a:p>
          <a:r>
            <a:rPr lang="en-US" b="1" dirty="0">
              <a:latin typeface="+mj-lt"/>
            </a:rPr>
            <a:t>Flooring works</a:t>
          </a:r>
        </a:p>
      </dgm:t>
    </dgm:pt>
    <dgm:pt modelId="{241AC98B-58EE-4875-AAE5-5D87A6F8FB95}" type="parTrans" cxnId="{72C7CAA2-0F10-498B-A6EF-D844AEA542F6}">
      <dgm:prSet/>
      <dgm:spPr/>
      <dgm:t>
        <a:bodyPr/>
        <a:lstStyle/>
        <a:p>
          <a:endParaRPr lang="en-US"/>
        </a:p>
      </dgm:t>
    </dgm:pt>
    <dgm:pt modelId="{FB5FA9CA-2E20-452B-AF2D-9FDC05350408}" type="sibTrans" cxnId="{72C7CAA2-0F10-498B-A6EF-D844AEA542F6}">
      <dgm:prSet/>
      <dgm:spPr/>
      <dgm:t>
        <a:bodyPr/>
        <a:lstStyle/>
        <a:p>
          <a:endParaRPr lang="en-US"/>
        </a:p>
      </dgm:t>
    </dgm:pt>
    <dgm:pt modelId="{556D96B2-9875-4C4B-9E6A-F9A7E6C4C1D2}" type="pres">
      <dgm:prSet presAssocID="{F8FB5E71-3BA2-42FA-B46F-B4B91628375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334C878-C3FD-40BF-8A5E-FBB29DF03162}" type="pres">
      <dgm:prSet presAssocID="{3A124263-CEE4-472C-A9BA-7A2C4622360C}" presName="hierRoot1" presStyleCnt="0"/>
      <dgm:spPr/>
    </dgm:pt>
    <dgm:pt modelId="{512A7B23-B8D4-4CA9-84DD-E2873B07CCFB}" type="pres">
      <dgm:prSet presAssocID="{3A124263-CEE4-472C-A9BA-7A2C4622360C}" presName="composite" presStyleCnt="0"/>
      <dgm:spPr/>
    </dgm:pt>
    <dgm:pt modelId="{6AB29395-6780-4705-9F92-186FC92B8A34}" type="pres">
      <dgm:prSet presAssocID="{3A124263-CEE4-472C-A9BA-7A2C4622360C}" presName="background" presStyleLbl="node0" presStyleIdx="0" presStyleCnt="1"/>
      <dgm:spPr/>
    </dgm:pt>
    <dgm:pt modelId="{40C1D3BB-8916-4F79-B22C-B624383292C9}" type="pres">
      <dgm:prSet presAssocID="{3A124263-CEE4-472C-A9BA-7A2C4622360C}" presName="text" presStyleLbl="fgAcc0" presStyleIdx="0" presStyleCnt="1" custScaleX="436890" custScaleY="111841" custLinFactNeighborY="-75574">
        <dgm:presLayoutVars>
          <dgm:chPref val="3"/>
        </dgm:presLayoutVars>
      </dgm:prSet>
      <dgm:spPr/>
    </dgm:pt>
    <dgm:pt modelId="{E8BF80DE-01CB-4722-A96B-566212FCBE2E}" type="pres">
      <dgm:prSet presAssocID="{3A124263-CEE4-472C-A9BA-7A2C4622360C}" presName="hierChild2" presStyleCnt="0"/>
      <dgm:spPr/>
    </dgm:pt>
    <dgm:pt modelId="{2C38A256-70AF-4D9C-A968-3A0D7560BC32}" type="pres">
      <dgm:prSet presAssocID="{3588E7C2-E6F4-4503-BE6E-DBB64229BDAD}" presName="Name10" presStyleLbl="parChTrans1D2" presStyleIdx="0" presStyleCnt="4"/>
      <dgm:spPr/>
    </dgm:pt>
    <dgm:pt modelId="{911B0F2C-3BD6-4A7E-BA48-5249953BAE48}" type="pres">
      <dgm:prSet presAssocID="{8CB31B37-0442-4C06-8E73-B3172D1D7832}" presName="hierRoot2" presStyleCnt="0"/>
      <dgm:spPr/>
    </dgm:pt>
    <dgm:pt modelId="{62A64E16-D88A-4102-980A-E0F8EEDBB97F}" type="pres">
      <dgm:prSet presAssocID="{8CB31B37-0442-4C06-8E73-B3172D1D7832}" presName="composite2" presStyleCnt="0"/>
      <dgm:spPr/>
    </dgm:pt>
    <dgm:pt modelId="{622E38EE-43DD-44B6-B332-0FD935325A99}" type="pres">
      <dgm:prSet presAssocID="{8CB31B37-0442-4C06-8E73-B3172D1D7832}" presName="background2" presStyleLbl="node2" presStyleIdx="0" presStyleCnt="4"/>
      <dgm:spPr/>
    </dgm:pt>
    <dgm:pt modelId="{06534D7D-9E1E-41FB-BDE6-D97EBD987CD8}" type="pres">
      <dgm:prSet presAssocID="{8CB31B37-0442-4C06-8E73-B3172D1D7832}" presName="text2" presStyleLbl="fgAcc2" presStyleIdx="0" presStyleCnt="4" custScaleX="164960" custLinFactNeighborY="-76634">
        <dgm:presLayoutVars>
          <dgm:chPref val="3"/>
        </dgm:presLayoutVars>
      </dgm:prSet>
      <dgm:spPr/>
    </dgm:pt>
    <dgm:pt modelId="{3B550E24-ECD0-4730-A13D-775D0E001CF8}" type="pres">
      <dgm:prSet presAssocID="{8CB31B37-0442-4C06-8E73-B3172D1D7832}" presName="hierChild3" presStyleCnt="0"/>
      <dgm:spPr/>
    </dgm:pt>
    <dgm:pt modelId="{F407FB8E-D857-4222-8A91-0089AD72B695}" type="pres">
      <dgm:prSet presAssocID="{5C0B12A6-CBB5-4E37-9F89-998A4416C2E9}" presName="Name17" presStyleLbl="parChTrans1D3" presStyleIdx="0" presStyleCnt="8"/>
      <dgm:spPr/>
    </dgm:pt>
    <dgm:pt modelId="{2F20923D-7F6C-4A29-9F16-7FAADB1FC612}" type="pres">
      <dgm:prSet presAssocID="{C087248D-73EC-4C83-93C5-12410D99888C}" presName="hierRoot3" presStyleCnt="0"/>
      <dgm:spPr/>
    </dgm:pt>
    <dgm:pt modelId="{F4207439-1CB0-49AF-9588-AD540006B26F}" type="pres">
      <dgm:prSet presAssocID="{C087248D-73EC-4C83-93C5-12410D99888C}" presName="composite3" presStyleCnt="0"/>
      <dgm:spPr/>
    </dgm:pt>
    <dgm:pt modelId="{C13D4961-892C-44B4-A7A2-D1BFD01A3476}" type="pres">
      <dgm:prSet presAssocID="{C087248D-73EC-4C83-93C5-12410D99888C}" presName="background3" presStyleLbl="node3" presStyleIdx="0" presStyleCnt="8"/>
      <dgm:spPr/>
    </dgm:pt>
    <dgm:pt modelId="{EDEE900A-CAC9-4C56-9ED8-3A5F4DF083F3}" type="pres">
      <dgm:prSet presAssocID="{C087248D-73EC-4C83-93C5-12410D99888C}" presName="text3" presStyleLbl="fgAcc3" presStyleIdx="0" presStyleCnt="8" custLinFactNeighborY="10322">
        <dgm:presLayoutVars>
          <dgm:chPref val="3"/>
        </dgm:presLayoutVars>
      </dgm:prSet>
      <dgm:spPr/>
    </dgm:pt>
    <dgm:pt modelId="{DB89A97A-85B3-4E42-8205-A5D56FE653A8}" type="pres">
      <dgm:prSet presAssocID="{C087248D-73EC-4C83-93C5-12410D99888C}" presName="hierChild4" presStyleCnt="0"/>
      <dgm:spPr/>
    </dgm:pt>
    <dgm:pt modelId="{6CC871C9-3584-4DB5-8589-2BC0339D3A96}" type="pres">
      <dgm:prSet presAssocID="{9D5B546F-32A3-40D2-972A-09677441BCCC}" presName="Name17" presStyleLbl="parChTrans1D3" presStyleIdx="1" presStyleCnt="8"/>
      <dgm:spPr/>
    </dgm:pt>
    <dgm:pt modelId="{A958B536-DE01-4C3B-9FCF-F0F5E84B77E7}" type="pres">
      <dgm:prSet presAssocID="{BCBF0735-A06F-4FE0-AEC7-379D98912005}" presName="hierRoot3" presStyleCnt="0"/>
      <dgm:spPr/>
    </dgm:pt>
    <dgm:pt modelId="{8F329CC9-EFB0-46A8-AE27-77AEFA133457}" type="pres">
      <dgm:prSet presAssocID="{BCBF0735-A06F-4FE0-AEC7-379D98912005}" presName="composite3" presStyleCnt="0"/>
      <dgm:spPr/>
    </dgm:pt>
    <dgm:pt modelId="{84755316-6324-4F96-B5BD-911BCA4DE5A7}" type="pres">
      <dgm:prSet presAssocID="{BCBF0735-A06F-4FE0-AEC7-379D98912005}" presName="background3" presStyleLbl="node3" presStyleIdx="1" presStyleCnt="8"/>
      <dgm:spPr/>
    </dgm:pt>
    <dgm:pt modelId="{3171190C-A7C2-42DF-B1C9-4C5B15AC27E5}" type="pres">
      <dgm:prSet presAssocID="{BCBF0735-A06F-4FE0-AEC7-379D98912005}" presName="text3" presStyleLbl="fgAcc3" presStyleIdx="1" presStyleCnt="8" custLinFactNeighborY="10322">
        <dgm:presLayoutVars>
          <dgm:chPref val="3"/>
        </dgm:presLayoutVars>
      </dgm:prSet>
      <dgm:spPr/>
    </dgm:pt>
    <dgm:pt modelId="{95336CA4-95FF-445E-9108-9D36E0011CA3}" type="pres">
      <dgm:prSet presAssocID="{BCBF0735-A06F-4FE0-AEC7-379D98912005}" presName="hierChild4" presStyleCnt="0"/>
      <dgm:spPr/>
    </dgm:pt>
    <dgm:pt modelId="{FA4FB002-FE2A-41D7-B91E-FCB9F8DB07FD}" type="pres">
      <dgm:prSet presAssocID="{E3D1E66E-5837-41B6-B720-D260E572B015}" presName="Name10" presStyleLbl="parChTrans1D2" presStyleIdx="1" presStyleCnt="4"/>
      <dgm:spPr/>
    </dgm:pt>
    <dgm:pt modelId="{709CD9BB-718F-4045-93AF-F5ACF14E2C6D}" type="pres">
      <dgm:prSet presAssocID="{8354C267-248A-479E-83D8-3CEA981BE801}" presName="hierRoot2" presStyleCnt="0"/>
      <dgm:spPr/>
    </dgm:pt>
    <dgm:pt modelId="{9A770A55-ED57-4142-847E-1FC670C0A3BE}" type="pres">
      <dgm:prSet presAssocID="{8354C267-248A-479E-83D8-3CEA981BE801}" presName="composite2" presStyleCnt="0"/>
      <dgm:spPr/>
    </dgm:pt>
    <dgm:pt modelId="{6167113F-889C-48E3-8217-3AD7B0EAFE66}" type="pres">
      <dgm:prSet presAssocID="{8354C267-248A-479E-83D8-3CEA981BE801}" presName="background2" presStyleLbl="node2" presStyleIdx="1" presStyleCnt="4"/>
      <dgm:spPr/>
    </dgm:pt>
    <dgm:pt modelId="{1B7C4823-9E34-4B35-A890-F42B2BE2A4AA}" type="pres">
      <dgm:prSet presAssocID="{8354C267-248A-479E-83D8-3CEA981BE801}" presName="text2" presStyleLbl="fgAcc2" presStyleIdx="1" presStyleCnt="4" custScaleX="164960" custLinFactNeighborX="54288" custLinFactNeighborY="-76634">
        <dgm:presLayoutVars>
          <dgm:chPref val="3"/>
        </dgm:presLayoutVars>
      </dgm:prSet>
      <dgm:spPr/>
    </dgm:pt>
    <dgm:pt modelId="{FD4259F5-137E-408B-9FFE-BA2F6142F1EC}" type="pres">
      <dgm:prSet presAssocID="{8354C267-248A-479E-83D8-3CEA981BE801}" presName="hierChild3" presStyleCnt="0"/>
      <dgm:spPr/>
    </dgm:pt>
    <dgm:pt modelId="{ECDCB057-5C8C-4BB9-8BE6-47DFAAD34DA6}" type="pres">
      <dgm:prSet presAssocID="{2DA7BFC4-24B0-43DA-9CCD-592A21E9AEEF}" presName="Name10" presStyleLbl="parChTrans1D2" presStyleIdx="2" presStyleCnt="4"/>
      <dgm:spPr/>
    </dgm:pt>
    <dgm:pt modelId="{36AFB944-BBED-461B-A012-E94D39368E9D}" type="pres">
      <dgm:prSet presAssocID="{A9F71FC0-2D94-4F0D-915D-1C0F50EA78D2}" presName="hierRoot2" presStyleCnt="0"/>
      <dgm:spPr/>
    </dgm:pt>
    <dgm:pt modelId="{A33BDBF1-7980-4E94-87BA-64C2D73CA47F}" type="pres">
      <dgm:prSet presAssocID="{A9F71FC0-2D94-4F0D-915D-1C0F50EA78D2}" presName="composite2" presStyleCnt="0"/>
      <dgm:spPr/>
    </dgm:pt>
    <dgm:pt modelId="{EFA3F222-8795-45AD-BF99-687E61267B16}" type="pres">
      <dgm:prSet presAssocID="{A9F71FC0-2D94-4F0D-915D-1C0F50EA78D2}" presName="background2" presStyleLbl="node2" presStyleIdx="2" presStyleCnt="4"/>
      <dgm:spPr/>
    </dgm:pt>
    <dgm:pt modelId="{C986E992-93F9-4C7F-A2B8-6B7F87320CD5}" type="pres">
      <dgm:prSet presAssocID="{A9F71FC0-2D94-4F0D-915D-1C0F50EA78D2}" presName="text2" presStyleLbl="fgAcc2" presStyleIdx="2" presStyleCnt="4" custScaleX="164960" custLinFactX="24482" custLinFactNeighborX="100000" custLinFactNeighborY="-76634">
        <dgm:presLayoutVars>
          <dgm:chPref val="3"/>
        </dgm:presLayoutVars>
      </dgm:prSet>
      <dgm:spPr/>
    </dgm:pt>
    <dgm:pt modelId="{CB02EFFA-12E4-4FEA-BA31-B2B2DC58FC2F}" type="pres">
      <dgm:prSet presAssocID="{A9F71FC0-2D94-4F0D-915D-1C0F50EA78D2}" presName="hierChild3" presStyleCnt="0"/>
      <dgm:spPr/>
    </dgm:pt>
    <dgm:pt modelId="{50DE7F02-0C91-4369-9708-FE6616132E7C}" type="pres">
      <dgm:prSet presAssocID="{AB24623E-FBC1-4ECF-9581-1466F5BDB9B4}" presName="Name17" presStyleLbl="parChTrans1D3" presStyleIdx="2" presStyleCnt="8"/>
      <dgm:spPr/>
    </dgm:pt>
    <dgm:pt modelId="{056EEFC7-966A-438B-AC7C-7B8175903150}" type="pres">
      <dgm:prSet presAssocID="{6E991965-9226-4379-A367-78613E8ECE66}" presName="hierRoot3" presStyleCnt="0"/>
      <dgm:spPr/>
    </dgm:pt>
    <dgm:pt modelId="{A09E7CE5-EAB3-4D67-88CC-C08DDE9A9336}" type="pres">
      <dgm:prSet presAssocID="{6E991965-9226-4379-A367-78613E8ECE66}" presName="composite3" presStyleCnt="0"/>
      <dgm:spPr/>
    </dgm:pt>
    <dgm:pt modelId="{465915E0-509F-4C18-B478-BDAD107722E8}" type="pres">
      <dgm:prSet presAssocID="{6E991965-9226-4379-A367-78613E8ECE66}" presName="background3" presStyleLbl="node3" presStyleIdx="2" presStyleCnt="8"/>
      <dgm:spPr/>
    </dgm:pt>
    <dgm:pt modelId="{F4BFA7BE-9126-4B02-88F5-AB606304B021}" type="pres">
      <dgm:prSet presAssocID="{6E991965-9226-4379-A367-78613E8ECE66}" presName="text3" presStyleLbl="fgAcc3" presStyleIdx="2" presStyleCnt="8" custLinFactNeighborX="-1306" custLinFactNeighborY="10322">
        <dgm:presLayoutVars>
          <dgm:chPref val="3"/>
        </dgm:presLayoutVars>
      </dgm:prSet>
      <dgm:spPr/>
    </dgm:pt>
    <dgm:pt modelId="{E4626414-686D-4EED-BC28-DE41672930AE}" type="pres">
      <dgm:prSet presAssocID="{6E991965-9226-4379-A367-78613E8ECE66}" presName="hierChild4" presStyleCnt="0"/>
      <dgm:spPr/>
    </dgm:pt>
    <dgm:pt modelId="{E6EF0D21-3B2B-44C5-A434-E361DFAAA593}" type="pres">
      <dgm:prSet presAssocID="{EB4F07F7-8C81-4337-95BC-E37F04348C0A}" presName="Name17" presStyleLbl="parChTrans1D3" presStyleIdx="3" presStyleCnt="8"/>
      <dgm:spPr/>
    </dgm:pt>
    <dgm:pt modelId="{0CBD656D-6860-4F0A-B877-AE77D2D8F8FA}" type="pres">
      <dgm:prSet presAssocID="{9CF5884A-9EC2-4E65-B28F-5A81BFCCDF93}" presName="hierRoot3" presStyleCnt="0"/>
      <dgm:spPr/>
    </dgm:pt>
    <dgm:pt modelId="{8639AC7E-D76C-4AE3-9278-C38C180BB63D}" type="pres">
      <dgm:prSet presAssocID="{9CF5884A-9EC2-4E65-B28F-5A81BFCCDF93}" presName="composite3" presStyleCnt="0"/>
      <dgm:spPr/>
    </dgm:pt>
    <dgm:pt modelId="{0A05F7EB-0075-41DD-8457-8EA5A1E494CC}" type="pres">
      <dgm:prSet presAssocID="{9CF5884A-9EC2-4E65-B28F-5A81BFCCDF93}" presName="background3" presStyleLbl="node3" presStyleIdx="3" presStyleCnt="8"/>
      <dgm:spPr/>
    </dgm:pt>
    <dgm:pt modelId="{5BB6E4B7-E830-4359-AE5D-97C09750C130}" type="pres">
      <dgm:prSet presAssocID="{9CF5884A-9EC2-4E65-B28F-5A81BFCCDF93}" presName="text3" presStyleLbl="fgAcc3" presStyleIdx="3" presStyleCnt="8" custLinFactNeighborX="-1306" custLinFactNeighborY="10322">
        <dgm:presLayoutVars>
          <dgm:chPref val="3"/>
        </dgm:presLayoutVars>
      </dgm:prSet>
      <dgm:spPr/>
    </dgm:pt>
    <dgm:pt modelId="{D989769D-320E-41ED-9A7E-0F9063A1B701}" type="pres">
      <dgm:prSet presAssocID="{9CF5884A-9EC2-4E65-B28F-5A81BFCCDF93}" presName="hierChild4" presStyleCnt="0"/>
      <dgm:spPr/>
    </dgm:pt>
    <dgm:pt modelId="{D6C662FA-6C5E-4B8D-9123-030D3FABB6D9}" type="pres">
      <dgm:prSet presAssocID="{B84106BE-97B8-4E01-868A-E8240F229D8B}" presName="Name17" presStyleLbl="parChTrans1D3" presStyleIdx="4" presStyleCnt="8"/>
      <dgm:spPr/>
    </dgm:pt>
    <dgm:pt modelId="{9E41088C-0646-413D-BC02-3DFF06A301A7}" type="pres">
      <dgm:prSet presAssocID="{A079E5EB-FE39-404D-9CA5-91FCB3F61045}" presName="hierRoot3" presStyleCnt="0"/>
      <dgm:spPr/>
    </dgm:pt>
    <dgm:pt modelId="{127F26BF-916D-4DFA-8C70-392E6839B76C}" type="pres">
      <dgm:prSet presAssocID="{A079E5EB-FE39-404D-9CA5-91FCB3F61045}" presName="composite3" presStyleCnt="0"/>
      <dgm:spPr/>
    </dgm:pt>
    <dgm:pt modelId="{4AE1E355-7535-4E34-AEAA-F80AC2B850E8}" type="pres">
      <dgm:prSet presAssocID="{A079E5EB-FE39-404D-9CA5-91FCB3F61045}" presName="background3" presStyleLbl="node3" presStyleIdx="4" presStyleCnt="8"/>
      <dgm:spPr/>
    </dgm:pt>
    <dgm:pt modelId="{520F0A00-EAA8-4EEF-B833-33765CABD99B}" type="pres">
      <dgm:prSet presAssocID="{A079E5EB-FE39-404D-9CA5-91FCB3F61045}" presName="text3" presStyleLbl="fgAcc3" presStyleIdx="4" presStyleCnt="8" custLinFactNeighborX="-1306" custLinFactNeighborY="10322">
        <dgm:presLayoutVars>
          <dgm:chPref val="3"/>
        </dgm:presLayoutVars>
      </dgm:prSet>
      <dgm:spPr/>
    </dgm:pt>
    <dgm:pt modelId="{50EFCE4D-7192-4953-ACB8-C8F959EFB3CB}" type="pres">
      <dgm:prSet presAssocID="{A079E5EB-FE39-404D-9CA5-91FCB3F61045}" presName="hierChild4" presStyleCnt="0"/>
      <dgm:spPr/>
    </dgm:pt>
    <dgm:pt modelId="{28962462-0517-4953-B65C-8D2B5D568670}" type="pres">
      <dgm:prSet presAssocID="{241AC98B-58EE-4875-AAE5-5D87A6F8FB95}" presName="Name17" presStyleLbl="parChTrans1D3" presStyleIdx="5" presStyleCnt="8"/>
      <dgm:spPr/>
    </dgm:pt>
    <dgm:pt modelId="{0CDEA4A9-024C-4A90-9C4E-06B1C1E74D56}" type="pres">
      <dgm:prSet presAssocID="{BFA55F81-6890-4C86-952E-5D4BE58815C5}" presName="hierRoot3" presStyleCnt="0"/>
      <dgm:spPr/>
    </dgm:pt>
    <dgm:pt modelId="{7E11BD74-5058-420F-B36A-C1B2C97AEF0E}" type="pres">
      <dgm:prSet presAssocID="{BFA55F81-6890-4C86-952E-5D4BE58815C5}" presName="composite3" presStyleCnt="0"/>
      <dgm:spPr/>
    </dgm:pt>
    <dgm:pt modelId="{AE759579-6715-4742-A333-E4BA351C6F7E}" type="pres">
      <dgm:prSet presAssocID="{BFA55F81-6890-4C86-952E-5D4BE58815C5}" presName="background3" presStyleLbl="node3" presStyleIdx="5" presStyleCnt="8"/>
      <dgm:spPr/>
    </dgm:pt>
    <dgm:pt modelId="{76E6E009-D5E1-4DF7-8917-C8DD19C40F0A}" type="pres">
      <dgm:prSet presAssocID="{BFA55F81-6890-4C86-952E-5D4BE58815C5}" presName="text3" presStyleLbl="fgAcc3" presStyleIdx="5" presStyleCnt="8" custLinFactNeighborX="-928" custLinFactNeighborY="10322">
        <dgm:presLayoutVars>
          <dgm:chPref val="3"/>
        </dgm:presLayoutVars>
      </dgm:prSet>
      <dgm:spPr/>
    </dgm:pt>
    <dgm:pt modelId="{A3E459B9-2187-4FCB-9A26-931C5CC66AAB}" type="pres">
      <dgm:prSet presAssocID="{BFA55F81-6890-4C86-952E-5D4BE58815C5}" presName="hierChild4" presStyleCnt="0"/>
      <dgm:spPr/>
    </dgm:pt>
    <dgm:pt modelId="{7C13303A-34CB-4272-B1F4-68752244BFF7}" type="pres">
      <dgm:prSet presAssocID="{F56600F8-73C2-40D1-B077-39E7FADD601F}" presName="Name10" presStyleLbl="parChTrans1D2" presStyleIdx="3" presStyleCnt="4"/>
      <dgm:spPr/>
    </dgm:pt>
    <dgm:pt modelId="{9CC2096F-0799-48B4-8882-0892687C8E2E}" type="pres">
      <dgm:prSet presAssocID="{35F38AC2-B87A-4AA0-83DA-B621FA425C96}" presName="hierRoot2" presStyleCnt="0"/>
      <dgm:spPr/>
    </dgm:pt>
    <dgm:pt modelId="{0E26DDFA-94E2-481C-8560-8E2F1678C733}" type="pres">
      <dgm:prSet presAssocID="{35F38AC2-B87A-4AA0-83DA-B621FA425C96}" presName="composite2" presStyleCnt="0"/>
      <dgm:spPr/>
    </dgm:pt>
    <dgm:pt modelId="{34572C7C-5577-42F6-A7E2-EE6BA9C41E27}" type="pres">
      <dgm:prSet presAssocID="{35F38AC2-B87A-4AA0-83DA-B621FA425C96}" presName="background2" presStyleLbl="node2" presStyleIdx="3" presStyleCnt="4"/>
      <dgm:spPr/>
    </dgm:pt>
    <dgm:pt modelId="{56565CD0-F829-4C54-909E-2AAEFD311C13}" type="pres">
      <dgm:prSet presAssocID="{35F38AC2-B87A-4AA0-83DA-B621FA425C96}" presName="text2" presStyleLbl="fgAcc2" presStyleIdx="3" presStyleCnt="4" custScaleX="164960" custLinFactNeighborY="-76634">
        <dgm:presLayoutVars>
          <dgm:chPref val="3"/>
        </dgm:presLayoutVars>
      </dgm:prSet>
      <dgm:spPr/>
    </dgm:pt>
    <dgm:pt modelId="{1E867548-ED8D-4763-AA15-530DEEC917A8}" type="pres">
      <dgm:prSet presAssocID="{35F38AC2-B87A-4AA0-83DA-B621FA425C96}" presName="hierChild3" presStyleCnt="0"/>
      <dgm:spPr/>
    </dgm:pt>
    <dgm:pt modelId="{CC4E87DB-35A2-4D6C-89FF-4344CCED423A}" type="pres">
      <dgm:prSet presAssocID="{3ED25850-8A26-495E-A9F7-B52F565B1686}" presName="Name17" presStyleLbl="parChTrans1D3" presStyleIdx="6" presStyleCnt="8"/>
      <dgm:spPr/>
    </dgm:pt>
    <dgm:pt modelId="{26C6D1B5-0238-490B-8BF8-D4D82621AC4C}" type="pres">
      <dgm:prSet presAssocID="{119A6AC0-6D85-44B5-A19E-E0B44BA066C1}" presName="hierRoot3" presStyleCnt="0"/>
      <dgm:spPr/>
    </dgm:pt>
    <dgm:pt modelId="{0AA36E5A-395F-44C7-A6EC-B191F96F3D5E}" type="pres">
      <dgm:prSet presAssocID="{119A6AC0-6D85-44B5-A19E-E0B44BA066C1}" presName="composite3" presStyleCnt="0"/>
      <dgm:spPr/>
    </dgm:pt>
    <dgm:pt modelId="{945F2B74-CC7D-4335-8148-DCCADAABB2DF}" type="pres">
      <dgm:prSet presAssocID="{119A6AC0-6D85-44B5-A19E-E0B44BA066C1}" presName="background3" presStyleLbl="node3" presStyleIdx="6" presStyleCnt="8"/>
      <dgm:spPr/>
    </dgm:pt>
    <dgm:pt modelId="{E6DF6CC0-FAA4-4CA4-A083-56E382F7CD36}" type="pres">
      <dgm:prSet presAssocID="{119A6AC0-6D85-44B5-A19E-E0B44BA066C1}" presName="text3" presStyleLbl="fgAcc3" presStyleIdx="6" presStyleCnt="8" custLinFactNeighborY="10322">
        <dgm:presLayoutVars>
          <dgm:chPref val="3"/>
        </dgm:presLayoutVars>
      </dgm:prSet>
      <dgm:spPr/>
    </dgm:pt>
    <dgm:pt modelId="{89CDB686-4A35-47AF-8666-2ED786BA2988}" type="pres">
      <dgm:prSet presAssocID="{119A6AC0-6D85-44B5-A19E-E0B44BA066C1}" presName="hierChild4" presStyleCnt="0"/>
      <dgm:spPr/>
    </dgm:pt>
    <dgm:pt modelId="{44A509DE-4519-4964-A88C-36CAC0AD101E}" type="pres">
      <dgm:prSet presAssocID="{40ADE776-8CAA-4EE2-9F3B-ADAF8FDE10CB}" presName="Name17" presStyleLbl="parChTrans1D3" presStyleIdx="7" presStyleCnt="8"/>
      <dgm:spPr/>
    </dgm:pt>
    <dgm:pt modelId="{EA7391F2-A083-4BD6-B3E0-D04B3AC07B55}" type="pres">
      <dgm:prSet presAssocID="{AD4B16BA-D8AE-4A28-8F9C-9FC198703217}" presName="hierRoot3" presStyleCnt="0"/>
      <dgm:spPr/>
    </dgm:pt>
    <dgm:pt modelId="{CEA4B55E-35FF-41EF-B547-CC8D7ACBAD62}" type="pres">
      <dgm:prSet presAssocID="{AD4B16BA-D8AE-4A28-8F9C-9FC198703217}" presName="composite3" presStyleCnt="0"/>
      <dgm:spPr/>
    </dgm:pt>
    <dgm:pt modelId="{1B7F63AA-28CF-4363-BE4A-31400719629F}" type="pres">
      <dgm:prSet presAssocID="{AD4B16BA-D8AE-4A28-8F9C-9FC198703217}" presName="background3" presStyleLbl="node3" presStyleIdx="7" presStyleCnt="8"/>
      <dgm:spPr/>
    </dgm:pt>
    <dgm:pt modelId="{3B553900-6EF9-4040-A590-F27CA72494F2}" type="pres">
      <dgm:prSet presAssocID="{AD4B16BA-D8AE-4A28-8F9C-9FC198703217}" presName="text3" presStyleLbl="fgAcc3" presStyleIdx="7" presStyleCnt="8" custLinFactNeighborY="10322">
        <dgm:presLayoutVars>
          <dgm:chPref val="3"/>
        </dgm:presLayoutVars>
      </dgm:prSet>
      <dgm:spPr/>
    </dgm:pt>
    <dgm:pt modelId="{E6268393-53DD-48BE-9582-BF52B2942658}" type="pres">
      <dgm:prSet presAssocID="{AD4B16BA-D8AE-4A28-8F9C-9FC198703217}" presName="hierChild4" presStyleCnt="0"/>
      <dgm:spPr/>
    </dgm:pt>
  </dgm:ptLst>
  <dgm:cxnLst>
    <dgm:cxn modelId="{B5912608-5EDE-420F-A007-600E5E42B066}" type="presOf" srcId="{241AC98B-58EE-4875-AAE5-5D87A6F8FB95}" destId="{28962462-0517-4953-B65C-8D2B5D568670}" srcOrd="0" destOrd="0" presId="urn:microsoft.com/office/officeart/2005/8/layout/hierarchy1"/>
    <dgm:cxn modelId="{058A0309-EDFF-432A-8669-663DF16E15E9}" type="presOf" srcId="{EB4F07F7-8C81-4337-95BC-E37F04348C0A}" destId="{E6EF0D21-3B2B-44C5-A434-E361DFAAA593}" srcOrd="0" destOrd="0" presId="urn:microsoft.com/office/officeart/2005/8/layout/hierarchy1"/>
    <dgm:cxn modelId="{FA58E00E-951A-46A0-A837-995508365E80}" type="presOf" srcId="{9CF5884A-9EC2-4E65-B28F-5A81BFCCDF93}" destId="{5BB6E4B7-E830-4359-AE5D-97C09750C130}" srcOrd="0" destOrd="0" presId="urn:microsoft.com/office/officeart/2005/8/layout/hierarchy1"/>
    <dgm:cxn modelId="{E49C1F16-B9ED-4FC1-992B-28B24380F395}" srcId="{A9F71FC0-2D94-4F0D-915D-1C0F50EA78D2}" destId="{9CF5884A-9EC2-4E65-B28F-5A81BFCCDF93}" srcOrd="1" destOrd="0" parTransId="{EB4F07F7-8C81-4337-95BC-E37F04348C0A}" sibTransId="{A193F4E0-5857-400F-8632-71BAED6E1264}"/>
    <dgm:cxn modelId="{82A0B817-517D-4855-A5C2-A55A6741695A}" type="presOf" srcId="{B84106BE-97B8-4E01-868A-E8240F229D8B}" destId="{D6C662FA-6C5E-4B8D-9123-030D3FABB6D9}" srcOrd="0" destOrd="0" presId="urn:microsoft.com/office/officeart/2005/8/layout/hierarchy1"/>
    <dgm:cxn modelId="{CDC8991C-8004-47CB-A9F4-C6E75667E2CF}" type="presOf" srcId="{6E991965-9226-4379-A367-78613E8ECE66}" destId="{F4BFA7BE-9126-4B02-88F5-AB606304B021}" srcOrd="0" destOrd="0" presId="urn:microsoft.com/office/officeart/2005/8/layout/hierarchy1"/>
    <dgm:cxn modelId="{32331220-18AD-4E36-ABE7-5D8AD69AA6AB}" type="presOf" srcId="{3588E7C2-E6F4-4503-BE6E-DBB64229BDAD}" destId="{2C38A256-70AF-4D9C-A968-3A0D7560BC32}" srcOrd="0" destOrd="0" presId="urn:microsoft.com/office/officeart/2005/8/layout/hierarchy1"/>
    <dgm:cxn modelId="{0F35EC22-B009-44C3-8E6C-F111BE5813E0}" type="presOf" srcId="{8354C267-248A-479E-83D8-3CEA981BE801}" destId="{1B7C4823-9E34-4B35-A890-F42B2BE2A4AA}" srcOrd="0" destOrd="0" presId="urn:microsoft.com/office/officeart/2005/8/layout/hierarchy1"/>
    <dgm:cxn modelId="{C64ADA29-02DB-4DB6-B26B-0F478D4811DB}" type="presOf" srcId="{40ADE776-8CAA-4EE2-9F3B-ADAF8FDE10CB}" destId="{44A509DE-4519-4964-A88C-36CAC0AD101E}" srcOrd="0" destOrd="0" presId="urn:microsoft.com/office/officeart/2005/8/layout/hierarchy1"/>
    <dgm:cxn modelId="{1C812F2B-6A9C-4304-823E-625A3D41D32F}" srcId="{3A124263-CEE4-472C-A9BA-7A2C4622360C}" destId="{A9F71FC0-2D94-4F0D-915D-1C0F50EA78D2}" srcOrd="2" destOrd="0" parTransId="{2DA7BFC4-24B0-43DA-9CCD-592A21E9AEEF}" sibTransId="{8DC5E6BD-7ECB-4F78-B6BC-C0D186BF7D82}"/>
    <dgm:cxn modelId="{A1DCA02B-2B85-406A-B67E-829610B0C168}" type="presOf" srcId="{C087248D-73EC-4C83-93C5-12410D99888C}" destId="{EDEE900A-CAC9-4C56-9ED8-3A5F4DF083F3}" srcOrd="0" destOrd="0" presId="urn:microsoft.com/office/officeart/2005/8/layout/hierarchy1"/>
    <dgm:cxn modelId="{2574A82F-EF94-4D87-9A7F-BA536FABA92B}" srcId="{3A124263-CEE4-472C-A9BA-7A2C4622360C}" destId="{35F38AC2-B87A-4AA0-83DA-B621FA425C96}" srcOrd="3" destOrd="0" parTransId="{F56600F8-73C2-40D1-B077-39E7FADD601F}" sibTransId="{0504FC0A-454B-4791-9E35-116AB084CF32}"/>
    <dgm:cxn modelId="{3CEE9930-6D6B-41CF-8D80-22598E8E7BA6}" srcId="{A9F71FC0-2D94-4F0D-915D-1C0F50EA78D2}" destId="{6E991965-9226-4379-A367-78613E8ECE66}" srcOrd="0" destOrd="0" parTransId="{AB24623E-FBC1-4ECF-9581-1466F5BDB9B4}" sibTransId="{861DC632-729F-4CA7-A7AE-3ADE793374C2}"/>
    <dgm:cxn modelId="{EA0C0B40-9E5F-40AA-B139-884CA7A9D5F6}" srcId="{3A124263-CEE4-472C-A9BA-7A2C4622360C}" destId="{8354C267-248A-479E-83D8-3CEA981BE801}" srcOrd="1" destOrd="0" parTransId="{E3D1E66E-5837-41B6-B720-D260E572B015}" sibTransId="{15CE4196-CA6B-4E10-8EA0-874835DE6699}"/>
    <dgm:cxn modelId="{97B69842-1350-4816-BCFF-FD0B5BA86E15}" type="presOf" srcId="{F56600F8-73C2-40D1-B077-39E7FADD601F}" destId="{7C13303A-34CB-4272-B1F4-68752244BFF7}" srcOrd="0" destOrd="0" presId="urn:microsoft.com/office/officeart/2005/8/layout/hierarchy1"/>
    <dgm:cxn modelId="{024EC763-D8EB-4FD1-B512-8CF63441F1B7}" type="presOf" srcId="{8CB31B37-0442-4C06-8E73-B3172D1D7832}" destId="{06534D7D-9E1E-41FB-BDE6-D97EBD987CD8}" srcOrd="0" destOrd="0" presId="urn:microsoft.com/office/officeart/2005/8/layout/hierarchy1"/>
    <dgm:cxn modelId="{AC00AD45-E4BE-44D3-AF45-EAE3A220BC6E}" type="presOf" srcId="{2DA7BFC4-24B0-43DA-9CCD-592A21E9AEEF}" destId="{ECDCB057-5C8C-4BB9-8BE6-47DFAAD34DA6}" srcOrd="0" destOrd="0" presId="urn:microsoft.com/office/officeart/2005/8/layout/hierarchy1"/>
    <dgm:cxn modelId="{D3D08366-1E32-4625-B8D5-C769B5501780}" type="presOf" srcId="{A9F71FC0-2D94-4F0D-915D-1C0F50EA78D2}" destId="{C986E992-93F9-4C7F-A2B8-6B7F87320CD5}" srcOrd="0" destOrd="0" presId="urn:microsoft.com/office/officeart/2005/8/layout/hierarchy1"/>
    <dgm:cxn modelId="{DD6C9C4A-1873-4051-98D8-8D4BC90D2B1F}" srcId="{8CB31B37-0442-4C06-8E73-B3172D1D7832}" destId="{C087248D-73EC-4C83-93C5-12410D99888C}" srcOrd="0" destOrd="0" parTransId="{5C0B12A6-CBB5-4E37-9F89-998A4416C2E9}" sibTransId="{E80F250F-7B8C-4EAE-8727-82593BF8EF2F}"/>
    <dgm:cxn modelId="{113E3950-2B8B-444D-82A5-AE35A1C3A296}" srcId="{35F38AC2-B87A-4AA0-83DA-B621FA425C96}" destId="{119A6AC0-6D85-44B5-A19E-E0B44BA066C1}" srcOrd="0" destOrd="0" parTransId="{3ED25850-8A26-495E-A9F7-B52F565B1686}" sibTransId="{6BDB759C-5810-420D-85F8-7BFE5C1513F2}"/>
    <dgm:cxn modelId="{4647F451-A366-4A31-92F0-02221284C33D}" type="presOf" srcId="{3ED25850-8A26-495E-A9F7-B52F565B1686}" destId="{CC4E87DB-35A2-4D6C-89FF-4344CCED423A}" srcOrd="0" destOrd="0" presId="urn:microsoft.com/office/officeart/2005/8/layout/hierarchy1"/>
    <dgm:cxn modelId="{C8EA1872-8C19-42E4-BBD3-CD65B4731E75}" type="presOf" srcId="{5C0B12A6-CBB5-4E37-9F89-998A4416C2E9}" destId="{F407FB8E-D857-4222-8A91-0089AD72B695}" srcOrd="0" destOrd="0" presId="urn:microsoft.com/office/officeart/2005/8/layout/hierarchy1"/>
    <dgm:cxn modelId="{91EBE755-D786-4485-9705-2181FF703F2C}" srcId="{F8FB5E71-3BA2-42FA-B46F-B4B916283756}" destId="{3A124263-CEE4-472C-A9BA-7A2C4622360C}" srcOrd="0" destOrd="0" parTransId="{42A0A4CF-9B2F-480A-B335-5BF6966E2410}" sibTransId="{ACD9D3DD-6F6D-42E1-83F9-5FA4A467850A}"/>
    <dgm:cxn modelId="{BB66E759-2388-40D6-AFB0-A163A70011D0}" srcId="{A9F71FC0-2D94-4F0D-915D-1C0F50EA78D2}" destId="{A079E5EB-FE39-404D-9CA5-91FCB3F61045}" srcOrd="2" destOrd="0" parTransId="{B84106BE-97B8-4E01-868A-E8240F229D8B}" sibTransId="{FEA372CC-7F12-4E0C-8A6D-700CC338AF15}"/>
    <dgm:cxn modelId="{B3134C80-4129-48B9-97B4-6C5A748FF516}" type="presOf" srcId="{3A124263-CEE4-472C-A9BA-7A2C4622360C}" destId="{40C1D3BB-8916-4F79-B22C-B624383292C9}" srcOrd="0" destOrd="0" presId="urn:microsoft.com/office/officeart/2005/8/layout/hierarchy1"/>
    <dgm:cxn modelId="{366C6089-A6C3-4AD0-87FF-ABB681912468}" type="presOf" srcId="{35F38AC2-B87A-4AA0-83DA-B621FA425C96}" destId="{56565CD0-F829-4C54-909E-2AAEFD311C13}" srcOrd="0" destOrd="0" presId="urn:microsoft.com/office/officeart/2005/8/layout/hierarchy1"/>
    <dgm:cxn modelId="{1BEA9A89-1B3E-463E-8DA2-7B82C0A986FB}" type="presOf" srcId="{BCBF0735-A06F-4FE0-AEC7-379D98912005}" destId="{3171190C-A7C2-42DF-B1C9-4C5B15AC27E5}" srcOrd="0" destOrd="0" presId="urn:microsoft.com/office/officeart/2005/8/layout/hierarchy1"/>
    <dgm:cxn modelId="{7E69839A-FE85-4C50-AE60-744E10FA99E9}" srcId="{8CB31B37-0442-4C06-8E73-B3172D1D7832}" destId="{BCBF0735-A06F-4FE0-AEC7-379D98912005}" srcOrd="1" destOrd="0" parTransId="{9D5B546F-32A3-40D2-972A-09677441BCCC}" sibTransId="{D8DD17F6-979D-43AC-B7FF-A514F5B2B1B2}"/>
    <dgm:cxn modelId="{84D4CEA0-5011-4C59-93DB-85388B954C50}" type="presOf" srcId="{9D5B546F-32A3-40D2-972A-09677441BCCC}" destId="{6CC871C9-3584-4DB5-8589-2BC0339D3A96}" srcOrd="0" destOrd="0" presId="urn:microsoft.com/office/officeart/2005/8/layout/hierarchy1"/>
    <dgm:cxn modelId="{72C7CAA2-0F10-498B-A6EF-D844AEA542F6}" srcId="{A9F71FC0-2D94-4F0D-915D-1C0F50EA78D2}" destId="{BFA55F81-6890-4C86-952E-5D4BE58815C5}" srcOrd="3" destOrd="0" parTransId="{241AC98B-58EE-4875-AAE5-5D87A6F8FB95}" sibTransId="{FB5FA9CA-2E20-452B-AF2D-9FDC05350408}"/>
    <dgm:cxn modelId="{24AA3DAE-635E-4C65-A4A3-968707AEF264}" type="presOf" srcId="{BFA55F81-6890-4C86-952E-5D4BE58815C5}" destId="{76E6E009-D5E1-4DF7-8917-C8DD19C40F0A}" srcOrd="0" destOrd="0" presId="urn:microsoft.com/office/officeart/2005/8/layout/hierarchy1"/>
    <dgm:cxn modelId="{6A5AAAB1-826A-41D5-BE54-7EE473042191}" type="presOf" srcId="{AD4B16BA-D8AE-4A28-8F9C-9FC198703217}" destId="{3B553900-6EF9-4040-A590-F27CA72494F2}" srcOrd="0" destOrd="0" presId="urn:microsoft.com/office/officeart/2005/8/layout/hierarchy1"/>
    <dgm:cxn modelId="{C1342FC3-62BF-4095-A670-5DF5B5102E29}" srcId="{35F38AC2-B87A-4AA0-83DA-B621FA425C96}" destId="{AD4B16BA-D8AE-4A28-8F9C-9FC198703217}" srcOrd="1" destOrd="0" parTransId="{40ADE776-8CAA-4EE2-9F3B-ADAF8FDE10CB}" sibTransId="{5D9C755C-05A0-4999-9B96-05BE508B3869}"/>
    <dgm:cxn modelId="{3DA5D3D0-0193-417B-A248-AE8FD4CCCECA}" srcId="{3A124263-CEE4-472C-A9BA-7A2C4622360C}" destId="{8CB31B37-0442-4C06-8E73-B3172D1D7832}" srcOrd="0" destOrd="0" parTransId="{3588E7C2-E6F4-4503-BE6E-DBB64229BDAD}" sibTransId="{935AC8DA-36B7-4A6B-AC49-33EDEEFBBE08}"/>
    <dgm:cxn modelId="{F2FF3FD5-8535-4C86-92FF-A29504F24A13}" type="presOf" srcId="{E3D1E66E-5837-41B6-B720-D260E572B015}" destId="{FA4FB002-FE2A-41D7-B91E-FCB9F8DB07FD}" srcOrd="0" destOrd="0" presId="urn:microsoft.com/office/officeart/2005/8/layout/hierarchy1"/>
    <dgm:cxn modelId="{6CBBE7D5-560F-4402-B754-19C38872DEB4}" type="presOf" srcId="{F8FB5E71-3BA2-42FA-B46F-B4B916283756}" destId="{556D96B2-9875-4C4B-9E6A-F9A7E6C4C1D2}" srcOrd="0" destOrd="0" presId="urn:microsoft.com/office/officeart/2005/8/layout/hierarchy1"/>
    <dgm:cxn modelId="{885350EA-7FEB-4CAE-99F4-115FF172090E}" type="presOf" srcId="{AB24623E-FBC1-4ECF-9581-1466F5BDB9B4}" destId="{50DE7F02-0C91-4369-9708-FE6616132E7C}" srcOrd="0" destOrd="0" presId="urn:microsoft.com/office/officeart/2005/8/layout/hierarchy1"/>
    <dgm:cxn modelId="{68B47BEC-3EC1-4C4D-A329-0CDBAE37C8EA}" type="presOf" srcId="{119A6AC0-6D85-44B5-A19E-E0B44BA066C1}" destId="{E6DF6CC0-FAA4-4CA4-A083-56E382F7CD36}" srcOrd="0" destOrd="0" presId="urn:microsoft.com/office/officeart/2005/8/layout/hierarchy1"/>
    <dgm:cxn modelId="{FF1796FD-FC83-498B-8C14-C5FC1178ADB3}" type="presOf" srcId="{A079E5EB-FE39-404D-9CA5-91FCB3F61045}" destId="{520F0A00-EAA8-4EEF-B833-33765CABD99B}" srcOrd="0" destOrd="0" presId="urn:microsoft.com/office/officeart/2005/8/layout/hierarchy1"/>
    <dgm:cxn modelId="{BC15C425-50FB-49F6-BF87-5976DF06F922}" type="presParOf" srcId="{556D96B2-9875-4C4B-9E6A-F9A7E6C4C1D2}" destId="{2334C878-C3FD-40BF-8A5E-FBB29DF03162}" srcOrd="0" destOrd="0" presId="urn:microsoft.com/office/officeart/2005/8/layout/hierarchy1"/>
    <dgm:cxn modelId="{6B9B0954-802F-44B7-8717-6A82DF76D840}" type="presParOf" srcId="{2334C878-C3FD-40BF-8A5E-FBB29DF03162}" destId="{512A7B23-B8D4-4CA9-84DD-E2873B07CCFB}" srcOrd="0" destOrd="0" presId="urn:microsoft.com/office/officeart/2005/8/layout/hierarchy1"/>
    <dgm:cxn modelId="{8FD3078F-A681-4830-9807-5B4CF29A302D}" type="presParOf" srcId="{512A7B23-B8D4-4CA9-84DD-E2873B07CCFB}" destId="{6AB29395-6780-4705-9F92-186FC92B8A34}" srcOrd="0" destOrd="0" presId="urn:microsoft.com/office/officeart/2005/8/layout/hierarchy1"/>
    <dgm:cxn modelId="{5596FFA2-F8C2-4AE5-B7BF-AEDC5D6BA8E0}" type="presParOf" srcId="{512A7B23-B8D4-4CA9-84DD-E2873B07CCFB}" destId="{40C1D3BB-8916-4F79-B22C-B624383292C9}" srcOrd="1" destOrd="0" presId="urn:microsoft.com/office/officeart/2005/8/layout/hierarchy1"/>
    <dgm:cxn modelId="{BBFA9F66-E1E8-4960-9376-C97D2ECB7414}" type="presParOf" srcId="{2334C878-C3FD-40BF-8A5E-FBB29DF03162}" destId="{E8BF80DE-01CB-4722-A96B-566212FCBE2E}" srcOrd="1" destOrd="0" presId="urn:microsoft.com/office/officeart/2005/8/layout/hierarchy1"/>
    <dgm:cxn modelId="{026861DC-864C-4ACF-B2E7-FB997E48996E}" type="presParOf" srcId="{E8BF80DE-01CB-4722-A96B-566212FCBE2E}" destId="{2C38A256-70AF-4D9C-A968-3A0D7560BC32}" srcOrd="0" destOrd="0" presId="urn:microsoft.com/office/officeart/2005/8/layout/hierarchy1"/>
    <dgm:cxn modelId="{7323B425-5891-4F7A-9A26-23C29183AEF2}" type="presParOf" srcId="{E8BF80DE-01CB-4722-A96B-566212FCBE2E}" destId="{911B0F2C-3BD6-4A7E-BA48-5249953BAE48}" srcOrd="1" destOrd="0" presId="urn:microsoft.com/office/officeart/2005/8/layout/hierarchy1"/>
    <dgm:cxn modelId="{C33F33B7-C589-42EB-AF5E-D5C6EA2E54EB}" type="presParOf" srcId="{911B0F2C-3BD6-4A7E-BA48-5249953BAE48}" destId="{62A64E16-D88A-4102-980A-E0F8EEDBB97F}" srcOrd="0" destOrd="0" presId="urn:microsoft.com/office/officeart/2005/8/layout/hierarchy1"/>
    <dgm:cxn modelId="{A73729CC-4A9B-479E-B788-AD869C5C3C3D}" type="presParOf" srcId="{62A64E16-D88A-4102-980A-E0F8EEDBB97F}" destId="{622E38EE-43DD-44B6-B332-0FD935325A99}" srcOrd="0" destOrd="0" presId="urn:microsoft.com/office/officeart/2005/8/layout/hierarchy1"/>
    <dgm:cxn modelId="{EE4A9D07-4131-4491-9957-9C4AC4A9C837}" type="presParOf" srcId="{62A64E16-D88A-4102-980A-E0F8EEDBB97F}" destId="{06534D7D-9E1E-41FB-BDE6-D97EBD987CD8}" srcOrd="1" destOrd="0" presId="urn:microsoft.com/office/officeart/2005/8/layout/hierarchy1"/>
    <dgm:cxn modelId="{4CC5CA1B-F3F2-4FC5-A542-75FB338F5686}" type="presParOf" srcId="{911B0F2C-3BD6-4A7E-BA48-5249953BAE48}" destId="{3B550E24-ECD0-4730-A13D-775D0E001CF8}" srcOrd="1" destOrd="0" presId="urn:microsoft.com/office/officeart/2005/8/layout/hierarchy1"/>
    <dgm:cxn modelId="{AF41FF88-63D8-4850-A1F8-A696131FF9DB}" type="presParOf" srcId="{3B550E24-ECD0-4730-A13D-775D0E001CF8}" destId="{F407FB8E-D857-4222-8A91-0089AD72B695}" srcOrd="0" destOrd="0" presId="urn:microsoft.com/office/officeart/2005/8/layout/hierarchy1"/>
    <dgm:cxn modelId="{97EE014D-35EA-4F77-AD23-3B6D22C47CB6}" type="presParOf" srcId="{3B550E24-ECD0-4730-A13D-775D0E001CF8}" destId="{2F20923D-7F6C-4A29-9F16-7FAADB1FC612}" srcOrd="1" destOrd="0" presId="urn:microsoft.com/office/officeart/2005/8/layout/hierarchy1"/>
    <dgm:cxn modelId="{E7F29F7D-37B4-488E-A65F-CE49AFD17926}" type="presParOf" srcId="{2F20923D-7F6C-4A29-9F16-7FAADB1FC612}" destId="{F4207439-1CB0-49AF-9588-AD540006B26F}" srcOrd="0" destOrd="0" presId="urn:microsoft.com/office/officeart/2005/8/layout/hierarchy1"/>
    <dgm:cxn modelId="{199980BD-ECE0-45E1-AFE1-7109FFF6AA4A}" type="presParOf" srcId="{F4207439-1CB0-49AF-9588-AD540006B26F}" destId="{C13D4961-892C-44B4-A7A2-D1BFD01A3476}" srcOrd="0" destOrd="0" presId="urn:microsoft.com/office/officeart/2005/8/layout/hierarchy1"/>
    <dgm:cxn modelId="{8B1AC4F5-B411-4D52-B36F-29DFC188D25A}" type="presParOf" srcId="{F4207439-1CB0-49AF-9588-AD540006B26F}" destId="{EDEE900A-CAC9-4C56-9ED8-3A5F4DF083F3}" srcOrd="1" destOrd="0" presId="urn:microsoft.com/office/officeart/2005/8/layout/hierarchy1"/>
    <dgm:cxn modelId="{47E3F491-843C-49F6-8472-D2A10AF036F7}" type="presParOf" srcId="{2F20923D-7F6C-4A29-9F16-7FAADB1FC612}" destId="{DB89A97A-85B3-4E42-8205-A5D56FE653A8}" srcOrd="1" destOrd="0" presId="urn:microsoft.com/office/officeart/2005/8/layout/hierarchy1"/>
    <dgm:cxn modelId="{3F7F520B-4C3E-444B-A4C4-EF5B78C5C528}" type="presParOf" srcId="{3B550E24-ECD0-4730-A13D-775D0E001CF8}" destId="{6CC871C9-3584-4DB5-8589-2BC0339D3A96}" srcOrd="2" destOrd="0" presId="urn:microsoft.com/office/officeart/2005/8/layout/hierarchy1"/>
    <dgm:cxn modelId="{52CC09A5-568C-46EC-832C-390D7EED4747}" type="presParOf" srcId="{3B550E24-ECD0-4730-A13D-775D0E001CF8}" destId="{A958B536-DE01-4C3B-9FCF-F0F5E84B77E7}" srcOrd="3" destOrd="0" presId="urn:microsoft.com/office/officeart/2005/8/layout/hierarchy1"/>
    <dgm:cxn modelId="{3C44985D-A459-452E-B410-DA9CFBA98B94}" type="presParOf" srcId="{A958B536-DE01-4C3B-9FCF-F0F5E84B77E7}" destId="{8F329CC9-EFB0-46A8-AE27-77AEFA133457}" srcOrd="0" destOrd="0" presId="urn:microsoft.com/office/officeart/2005/8/layout/hierarchy1"/>
    <dgm:cxn modelId="{6A3EE072-E741-45C8-82E6-A9206F781DF6}" type="presParOf" srcId="{8F329CC9-EFB0-46A8-AE27-77AEFA133457}" destId="{84755316-6324-4F96-B5BD-911BCA4DE5A7}" srcOrd="0" destOrd="0" presId="urn:microsoft.com/office/officeart/2005/8/layout/hierarchy1"/>
    <dgm:cxn modelId="{FA52D825-4C12-4981-BD01-3C973CE5C21A}" type="presParOf" srcId="{8F329CC9-EFB0-46A8-AE27-77AEFA133457}" destId="{3171190C-A7C2-42DF-B1C9-4C5B15AC27E5}" srcOrd="1" destOrd="0" presId="urn:microsoft.com/office/officeart/2005/8/layout/hierarchy1"/>
    <dgm:cxn modelId="{E8BA3AAC-6025-446E-839D-49143DE360E4}" type="presParOf" srcId="{A958B536-DE01-4C3B-9FCF-F0F5E84B77E7}" destId="{95336CA4-95FF-445E-9108-9D36E0011CA3}" srcOrd="1" destOrd="0" presId="urn:microsoft.com/office/officeart/2005/8/layout/hierarchy1"/>
    <dgm:cxn modelId="{DDD07A64-6133-4F46-BD5A-472BAFEDE94B}" type="presParOf" srcId="{E8BF80DE-01CB-4722-A96B-566212FCBE2E}" destId="{FA4FB002-FE2A-41D7-B91E-FCB9F8DB07FD}" srcOrd="2" destOrd="0" presId="urn:microsoft.com/office/officeart/2005/8/layout/hierarchy1"/>
    <dgm:cxn modelId="{5C383BBB-B964-4075-B363-AC338F3689A0}" type="presParOf" srcId="{E8BF80DE-01CB-4722-A96B-566212FCBE2E}" destId="{709CD9BB-718F-4045-93AF-F5ACF14E2C6D}" srcOrd="3" destOrd="0" presId="urn:microsoft.com/office/officeart/2005/8/layout/hierarchy1"/>
    <dgm:cxn modelId="{EB53BB0A-3898-414B-9795-BBE7FAF711ED}" type="presParOf" srcId="{709CD9BB-718F-4045-93AF-F5ACF14E2C6D}" destId="{9A770A55-ED57-4142-847E-1FC670C0A3BE}" srcOrd="0" destOrd="0" presId="urn:microsoft.com/office/officeart/2005/8/layout/hierarchy1"/>
    <dgm:cxn modelId="{BC9B5F62-4DF8-4585-A4CB-E54484E4FDA9}" type="presParOf" srcId="{9A770A55-ED57-4142-847E-1FC670C0A3BE}" destId="{6167113F-889C-48E3-8217-3AD7B0EAFE66}" srcOrd="0" destOrd="0" presId="urn:microsoft.com/office/officeart/2005/8/layout/hierarchy1"/>
    <dgm:cxn modelId="{DF071CFD-89C4-4780-9AA7-8F36F4D16DFB}" type="presParOf" srcId="{9A770A55-ED57-4142-847E-1FC670C0A3BE}" destId="{1B7C4823-9E34-4B35-A890-F42B2BE2A4AA}" srcOrd="1" destOrd="0" presId="urn:microsoft.com/office/officeart/2005/8/layout/hierarchy1"/>
    <dgm:cxn modelId="{313E1669-5DAE-414B-8144-9691D25B6CFB}" type="presParOf" srcId="{709CD9BB-718F-4045-93AF-F5ACF14E2C6D}" destId="{FD4259F5-137E-408B-9FFE-BA2F6142F1EC}" srcOrd="1" destOrd="0" presId="urn:microsoft.com/office/officeart/2005/8/layout/hierarchy1"/>
    <dgm:cxn modelId="{887ED922-09BB-4140-BD65-D3F743927D7A}" type="presParOf" srcId="{E8BF80DE-01CB-4722-A96B-566212FCBE2E}" destId="{ECDCB057-5C8C-4BB9-8BE6-47DFAAD34DA6}" srcOrd="4" destOrd="0" presId="urn:microsoft.com/office/officeart/2005/8/layout/hierarchy1"/>
    <dgm:cxn modelId="{6B2EC472-CF2E-441D-97EA-56EE82486E33}" type="presParOf" srcId="{E8BF80DE-01CB-4722-A96B-566212FCBE2E}" destId="{36AFB944-BBED-461B-A012-E94D39368E9D}" srcOrd="5" destOrd="0" presId="urn:microsoft.com/office/officeart/2005/8/layout/hierarchy1"/>
    <dgm:cxn modelId="{BE699C06-F07D-442B-8CA5-0F34B66CAAB7}" type="presParOf" srcId="{36AFB944-BBED-461B-A012-E94D39368E9D}" destId="{A33BDBF1-7980-4E94-87BA-64C2D73CA47F}" srcOrd="0" destOrd="0" presId="urn:microsoft.com/office/officeart/2005/8/layout/hierarchy1"/>
    <dgm:cxn modelId="{D85F95CC-76B2-46F6-AA98-94BA5D7FD044}" type="presParOf" srcId="{A33BDBF1-7980-4E94-87BA-64C2D73CA47F}" destId="{EFA3F222-8795-45AD-BF99-687E61267B16}" srcOrd="0" destOrd="0" presId="urn:microsoft.com/office/officeart/2005/8/layout/hierarchy1"/>
    <dgm:cxn modelId="{20EC72C9-60F1-4E01-8993-E5C80FC1F38A}" type="presParOf" srcId="{A33BDBF1-7980-4E94-87BA-64C2D73CA47F}" destId="{C986E992-93F9-4C7F-A2B8-6B7F87320CD5}" srcOrd="1" destOrd="0" presId="urn:microsoft.com/office/officeart/2005/8/layout/hierarchy1"/>
    <dgm:cxn modelId="{9A5873BF-9F2B-48E2-A42E-2124D1B69DE2}" type="presParOf" srcId="{36AFB944-BBED-461B-A012-E94D39368E9D}" destId="{CB02EFFA-12E4-4FEA-BA31-B2B2DC58FC2F}" srcOrd="1" destOrd="0" presId="urn:microsoft.com/office/officeart/2005/8/layout/hierarchy1"/>
    <dgm:cxn modelId="{1E211141-6E5E-4A7B-A188-8DC5BB471DD0}" type="presParOf" srcId="{CB02EFFA-12E4-4FEA-BA31-B2B2DC58FC2F}" destId="{50DE7F02-0C91-4369-9708-FE6616132E7C}" srcOrd="0" destOrd="0" presId="urn:microsoft.com/office/officeart/2005/8/layout/hierarchy1"/>
    <dgm:cxn modelId="{19D301FA-9841-4D3B-BF20-C3F0BBB70158}" type="presParOf" srcId="{CB02EFFA-12E4-4FEA-BA31-B2B2DC58FC2F}" destId="{056EEFC7-966A-438B-AC7C-7B8175903150}" srcOrd="1" destOrd="0" presId="urn:microsoft.com/office/officeart/2005/8/layout/hierarchy1"/>
    <dgm:cxn modelId="{45E7F8A4-557F-4337-A4C4-F750F4BA9342}" type="presParOf" srcId="{056EEFC7-966A-438B-AC7C-7B8175903150}" destId="{A09E7CE5-EAB3-4D67-88CC-C08DDE9A9336}" srcOrd="0" destOrd="0" presId="urn:microsoft.com/office/officeart/2005/8/layout/hierarchy1"/>
    <dgm:cxn modelId="{78D61F6B-3F0E-4AF6-8D0A-B351AB9492D4}" type="presParOf" srcId="{A09E7CE5-EAB3-4D67-88CC-C08DDE9A9336}" destId="{465915E0-509F-4C18-B478-BDAD107722E8}" srcOrd="0" destOrd="0" presId="urn:microsoft.com/office/officeart/2005/8/layout/hierarchy1"/>
    <dgm:cxn modelId="{E1500586-41E4-4FB1-9E5C-CD27C1CC79FB}" type="presParOf" srcId="{A09E7CE5-EAB3-4D67-88CC-C08DDE9A9336}" destId="{F4BFA7BE-9126-4B02-88F5-AB606304B021}" srcOrd="1" destOrd="0" presId="urn:microsoft.com/office/officeart/2005/8/layout/hierarchy1"/>
    <dgm:cxn modelId="{68C8FF82-79C3-4072-82D4-1A28B21AC5A1}" type="presParOf" srcId="{056EEFC7-966A-438B-AC7C-7B8175903150}" destId="{E4626414-686D-4EED-BC28-DE41672930AE}" srcOrd="1" destOrd="0" presId="urn:microsoft.com/office/officeart/2005/8/layout/hierarchy1"/>
    <dgm:cxn modelId="{354C22FF-CAE8-4E1A-BEA7-5CFFE9200CEA}" type="presParOf" srcId="{CB02EFFA-12E4-4FEA-BA31-B2B2DC58FC2F}" destId="{E6EF0D21-3B2B-44C5-A434-E361DFAAA593}" srcOrd="2" destOrd="0" presId="urn:microsoft.com/office/officeart/2005/8/layout/hierarchy1"/>
    <dgm:cxn modelId="{954F7226-DB8D-4670-BBE8-937599EB1213}" type="presParOf" srcId="{CB02EFFA-12E4-4FEA-BA31-B2B2DC58FC2F}" destId="{0CBD656D-6860-4F0A-B877-AE77D2D8F8FA}" srcOrd="3" destOrd="0" presId="urn:microsoft.com/office/officeart/2005/8/layout/hierarchy1"/>
    <dgm:cxn modelId="{031E21F2-88A0-4265-A6D3-294336DA829D}" type="presParOf" srcId="{0CBD656D-6860-4F0A-B877-AE77D2D8F8FA}" destId="{8639AC7E-D76C-4AE3-9278-C38C180BB63D}" srcOrd="0" destOrd="0" presId="urn:microsoft.com/office/officeart/2005/8/layout/hierarchy1"/>
    <dgm:cxn modelId="{2FCDA3C8-12BA-4718-BB6D-BBD63A86F9D1}" type="presParOf" srcId="{8639AC7E-D76C-4AE3-9278-C38C180BB63D}" destId="{0A05F7EB-0075-41DD-8457-8EA5A1E494CC}" srcOrd="0" destOrd="0" presId="urn:microsoft.com/office/officeart/2005/8/layout/hierarchy1"/>
    <dgm:cxn modelId="{0A21F9F6-7B6B-4673-8AD6-3EE88C628F7A}" type="presParOf" srcId="{8639AC7E-D76C-4AE3-9278-C38C180BB63D}" destId="{5BB6E4B7-E830-4359-AE5D-97C09750C130}" srcOrd="1" destOrd="0" presId="urn:microsoft.com/office/officeart/2005/8/layout/hierarchy1"/>
    <dgm:cxn modelId="{2379C589-0E7E-46CA-B6D1-162F03A0D1EF}" type="presParOf" srcId="{0CBD656D-6860-4F0A-B877-AE77D2D8F8FA}" destId="{D989769D-320E-41ED-9A7E-0F9063A1B701}" srcOrd="1" destOrd="0" presId="urn:microsoft.com/office/officeart/2005/8/layout/hierarchy1"/>
    <dgm:cxn modelId="{F8CA31C0-DF55-462F-B76A-4871662D1295}" type="presParOf" srcId="{CB02EFFA-12E4-4FEA-BA31-B2B2DC58FC2F}" destId="{D6C662FA-6C5E-4B8D-9123-030D3FABB6D9}" srcOrd="4" destOrd="0" presId="urn:microsoft.com/office/officeart/2005/8/layout/hierarchy1"/>
    <dgm:cxn modelId="{D7FFDFC0-7473-4211-B79D-69A88052B7E2}" type="presParOf" srcId="{CB02EFFA-12E4-4FEA-BA31-B2B2DC58FC2F}" destId="{9E41088C-0646-413D-BC02-3DFF06A301A7}" srcOrd="5" destOrd="0" presId="urn:microsoft.com/office/officeart/2005/8/layout/hierarchy1"/>
    <dgm:cxn modelId="{5F59868D-DB75-4C90-9B65-3FFFAB01B2E6}" type="presParOf" srcId="{9E41088C-0646-413D-BC02-3DFF06A301A7}" destId="{127F26BF-916D-4DFA-8C70-392E6839B76C}" srcOrd="0" destOrd="0" presId="urn:microsoft.com/office/officeart/2005/8/layout/hierarchy1"/>
    <dgm:cxn modelId="{DB5843C8-D0EB-4EE4-A90D-15F06D01578E}" type="presParOf" srcId="{127F26BF-916D-4DFA-8C70-392E6839B76C}" destId="{4AE1E355-7535-4E34-AEAA-F80AC2B850E8}" srcOrd="0" destOrd="0" presId="urn:microsoft.com/office/officeart/2005/8/layout/hierarchy1"/>
    <dgm:cxn modelId="{4660BC0C-6463-4AF3-AB36-07D6FF2A9F33}" type="presParOf" srcId="{127F26BF-916D-4DFA-8C70-392E6839B76C}" destId="{520F0A00-EAA8-4EEF-B833-33765CABD99B}" srcOrd="1" destOrd="0" presId="urn:microsoft.com/office/officeart/2005/8/layout/hierarchy1"/>
    <dgm:cxn modelId="{874CFA01-3BBF-426B-81B0-D7A7F571A185}" type="presParOf" srcId="{9E41088C-0646-413D-BC02-3DFF06A301A7}" destId="{50EFCE4D-7192-4953-ACB8-C8F959EFB3CB}" srcOrd="1" destOrd="0" presId="urn:microsoft.com/office/officeart/2005/8/layout/hierarchy1"/>
    <dgm:cxn modelId="{934EA5D0-0503-49D7-9604-2C413C483AB5}" type="presParOf" srcId="{CB02EFFA-12E4-4FEA-BA31-B2B2DC58FC2F}" destId="{28962462-0517-4953-B65C-8D2B5D568670}" srcOrd="6" destOrd="0" presId="urn:microsoft.com/office/officeart/2005/8/layout/hierarchy1"/>
    <dgm:cxn modelId="{192FEC88-35D7-4A75-9D23-EE1C0283309A}" type="presParOf" srcId="{CB02EFFA-12E4-4FEA-BA31-B2B2DC58FC2F}" destId="{0CDEA4A9-024C-4A90-9C4E-06B1C1E74D56}" srcOrd="7" destOrd="0" presId="urn:microsoft.com/office/officeart/2005/8/layout/hierarchy1"/>
    <dgm:cxn modelId="{13725854-A8A8-49A9-AE76-124E0C383C16}" type="presParOf" srcId="{0CDEA4A9-024C-4A90-9C4E-06B1C1E74D56}" destId="{7E11BD74-5058-420F-B36A-C1B2C97AEF0E}" srcOrd="0" destOrd="0" presId="urn:microsoft.com/office/officeart/2005/8/layout/hierarchy1"/>
    <dgm:cxn modelId="{ABFBB47C-6467-4510-9963-93DDDFDF41C5}" type="presParOf" srcId="{7E11BD74-5058-420F-B36A-C1B2C97AEF0E}" destId="{AE759579-6715-4742-A333-E4BA351C6F7E}" srcOrd="0" destOrd="0" presId="urn:microsoft.com/office/officeart/2005/8/layout/hierarchy1"/>
    <dgm:cxn modelId="{2D453EE0-DE60-4B16-9403-6DEBF5D30F20}" type="presParOf" srcId="{7E11BD74-5058-420F-B36A-C1B2C97AEF0E}" destId="{76E6E009-D5E1-4DF7-8917-C8DD19C40F0A}" srcOrd="1" destOrd="0" presId="urn:microsoft.com/office/officeart/2005/8/layout/hierarchy1"/>
    <dgm:cxn modelId="{E80B7F65-1BF4-47FA-8565-3359FEC6D529}" type="presParOf" srcId="{0CDEA4A9-024C-4A90-9C4E-06B1C1E74D56}" destId="{A3E459B9-2187-4FCB-9A26-931C5CC66AAB}" srcOrd="1" destOrd="0" presId="urn:microsoft.com/office/officeart/2005/8/layout/hierarchy1"/>
    <dgm:cxn modelId="{0614D979-4E50-4DAD-8DB9-DEFCA87E3C98}" type="presParOf" srcId="{E8BF80DE-01CB-4722-A96B-566212FCBE2E}" destId="{7C13303A-34CB-4272-B1F4-68752244BFF7}" srcOrd="6" destOrd="0" presId="urn:microsoft.com/office/officeart/2005/8/layout/hierarchy1"/>
    <dgm:cxn modelId="{D0338004-F04D-4934-BEC9-F2D78CC3DEC0}" type="presParOf" srcId="{E8BF80DE-01CB-4722-A96B-566212FCBE2E}" destId="{9CC2096F-0799-48B4-8882-0892687C8E2E}" srcOrd="7" destOrd="0" presId="urn:microsoft.com/office/officeart/2005/8/layout/hierarchy1"/>
    <dgm:cxn modelId="{1A49459F-2E44-4723-83B3-358C8584128A}" type="presParOf" srcId="{9CC2096F-0799-48B4-8882-0892687C8E2E}" destId="{0E26DDFA-94E2-481C-8560-8E2F1678C733}" srcOrd="0" destOrd="0" presId="urn:microsoft.com/office/officeart/2005/8/layout/hierarchy1"/>
    <dgm:cxn modelId="{779B0E5A-27E0-469E-88F1-E6624C2E72F2}" type="presParOf" srcId="{0E26DDFA-94E2-481C-8560-8E2F1678C733}" destId="{34572C7C-5577-42F6-A7E2-EE6BA9C41E27}" srcOrd="0" destOrd="0" presId="urn:microsoft.com/office/officeart/2005/8/layout/hierarchy1"/>
    <dgm:cxn modelId="{95B680C5-B444-4615-8C38-44D179A6E048}" type="presParOf" srcId="{0E26DDFA-94E2-481C-8560-8E2F1678C733}" destId="{56565CD0-F829-4C54-909E-2AAEFD311C13}" srcOrd="1" destOrd="0" presId="urn:microsoft.com/office/officeart/2005/8/layout/hierarchy1"/>
    <dgm:cxn modelId="{D826DE33-A6F5-46A1-94FC-1321BE5DDE3B}" type="presParOf" srcId="{9CC2096F-0799-48B4-8882-0892687C8E2E}" destId="{1E867548-ED8D-4763-AA15-530DEEC917A8}" srcOrd="1" destOrd="0" presId="urn:microsoft.com/office/officeart/2005/8/layout/hierarchy1"/>
    <dgm:cxn modelId="{26B910A2-05F9-4BBC-AB3F-F8CE59137C14}" type="presParOf" srcId="{1E867548-ED8D-4763-AA15-530DEEC917A8}" destId="{CC4E87DB-35A2-4D6C-89FF-4344CCED423A}" srcOrd="0" destOrd="0" presId="urn:microsoft.com/office/officeart/2005/8/layout/hierarchy1"/>
    <dgm:cxn modelId="{76669D2F-3AAF-40F6-A2C9-DC397B581694}" type="presParOf" srcId="{1E867548-ED8D-4763-AA15-530DEEC917A8}" destId="{26C6D1B5-0238-490B-8BF8-D4D82621AC4C}" srcOrd="1" destOrd="0" presId="urn:microsoft.com/office/officeart/2005/8/layout/hierarchy1"/>
    <dgm:cxn modelId="{D1408EC5-8DC0-4BDC-B6E1-AED57C938912}" type="presParOf" srcId="{26C6D1B5-0238-490B-8BF8-D4D82621AC4C}" destId="{0AA36E5A-395F-44C7-A6EC-B191F96F3D5E}" srcOrd="0" destOrd="0" presId="urn:microsoft.com/office/officeart/2005/8/layout/hierarchy1"/>
    <dgm:cxn modelId="{7FF0B881-FC07-48EA-907B-F223222BEFD0}" type="presParOf" srcId="{0AA36E5A-395F-44C7-A6EC-B191F96F3D5E}" destId="{945F2B74-CC7D-4335-8148-DCCADAABB2DF}" srcOrd="0" destOrd="0" presId="urn:microsoft.com/office/officeart/2005/8/layout/hierarchy1"/>
    <dgm:cxn modelId="{E36A902A-4F80-4F72-89D4-17AC06658722}" type="presParOf" srcId="{0AA36E5A-395F-44C7-A6EC-B191F96F3D5E}" destId="{E6DF6CC0-FAA4-4CA4-A083-56E382F7CD36}" srcOrd="1" destOrd="0" presId="urn:microsoft.com/office/officeart/2005/8/layout/hierarchy1"/>
    <dgm:cxn modelId="{54917068-EFC7-470B-A49F-84C57AB4358D}" type="presParOf" srcId="{26C6D1B5-0238-490B-8BF8-D4D82621AC4C}" destId="{89CDB686-4A35-47AF-8666-2ED786BA2988}" srcOrd="1" destOrd="0" presId="urn:microsoft.com/office/officeart/2005/8/layout/hierarchy1"/>
    <dgm:cxn modelId="{57211857-4539-4DA8-B2F5-4FD767417203}" type="presParOf" srcId="{1E867548-ED8D-4763-AA15-530DEEC917A8}" destId="{44A509DE-4519-4964-A88C-36CAC0AD101E}" srcOrd="2" destOrd="0" presId="urn:microsoft.com/office/officeart/2005/8/layout/hierarchy1"/>
    <dgm:cxn modelId="{8CE89CAC-6A23-4C1F-8128-D4E1F151435C}" type="presParOf" srcId="{1E867548-ED8D-4763-AA15-530DEEC917A8}" destId="{EA7391F2-A083-4BD6-B3E0-D04B3AC07B55}" srcOrd="3" destOrd="0" presId="urn:microsoft.com/office/officeart/2005/8/layout/hierarchy1"/>
    <dgm:cxn modelId="{BF3A206A-465E-47AA-AEB4-67BB7C00539D}" type="presParOf" srcId="{EA7391F2-A083-4BD6-B3E0-D04B3AC07B55}" destId="{CEA4B55E-35FF-41EF-B547-CC8D7ACBAD62}" srcOrd="0" destOrd="0" presId="urn:microsoft.com/office/officeart/2005/8/layout/hierarchy1"/>
    <dgm:cxn modelId="{3F24FF50-10C6-4A3B-87AE-B50086E502C1}" type="presParOf" srcId="{CEA4B55E-35FF-41EF-B547-CC8D7ACBAD62}" destId="{1B7F63AA-28CF-4363-BE4A-31400719629F}" srcOrd="0" destOrd="0" presId="urn:microsoft.com/office/officeart/2005/8/layout/hierarchy1"/>
    <dgm:cxn modelId="{DE27F478-5B11-4AD1-886E-8EDF12288193}" type="presParOf" srcId="{CEA4B55E-35FF-41EF-B547-CC8D7ACBAD62}" destId="{3B553900-6EF9-4040-A590-F27CA72494F2}" srcOrd="1" destOrd="0" presId="urn:microsoft.com/office/officeart/2005/8/layout/hierarchy1"/>
    <dgm:cxn modelId="{FE05F0BB-9C69-4D81-940C-6B293A341E04}" type="presParOf" srcId="{EA7391F2-A083-4BD6-B3E0-D04B3AC07B55}" destId="{E6268393-53DD-48BE-9582-BF52B294265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3F17C9-6F7B-41EE-93FD-A67CB6DCCF1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67DFCC-408E-41B9-9D50-263F1FAA58DD}">
      <dgm:prSet phldrT="[Text]" phldr="0" custT="1"/>
      <dgm:spPr/>
      <dgm:t>
        <a:bodyPr/>
        <a:lstStyle/>
        <a:p>
          <a:r>
            <a:rPr lang="en-US" sz="2400" b="1" dirty="0">
              <a:latin typeface="+mj-lt"/>
            </a:rPr>
            <a:t>New product launch</a:t>
          </a:r>
        </a:p>
      </dgm:t>
    </dgm:pt>
    <dgm:pt modelId="{3D82142C-A0E3-4141-B45B-4E5F33DCDCF7}" type="parTrans" cxnId="{7CB74B37-A147-4627-8375-FCEA7930FBAF}">
      <dgm:prSet/>
      <dgm:spPr/>
      <dgm:t>
        <a:bodyPr/>
        <a:lstStyle/>
        <a:p>
          <a:endParaRPr lang="en-US"/>
        </a:p>
      </dgm:t>
    </dgm:pt>
    <dgm:pt modelId="{315ADA37-F2FD-4CB6-80F0-93AB8105C545}" type="sibTrans" cxnId="{7CB74B37-A147-4627-8375-FCEA7930FBAF}">
      <dgm:prSet/>
      <dgm:spPr/>
      <dgm:t>
        <a:bodyPr/>
        <a:lstStyle/>
        <a:p>
          <a:endParaRPr lang="en-US"/>
        </a:p>
      </dgm:t>
    </dgm:pt>
    <dgm:pt modelId="{64CB7BCB-9909-4B72-8B76-50FD2FBF5B54}">
      <dgm:prSet phldrT="[Text]" phldr="0" custT="1"/>
      <dgm:spPr/>
      <dgm:t>
        <a:bodyPr/>
        <a:lstStyle/>
        <a:p>
          <a:r>
            <a:rPr lang="en-US" sz="1400" b="1" dirty="0">
              <a:latin typeface="+mj-lt"/>
            </a:rPr>
            <a:t>Planning</a:t>
          </a:r>
        </a:p>
      </dgm:t>
    </dgm:pt>
    <dgm:pt modelId="{B7301236-2A0C-4512-AD1A-AF3117ADD8B0}" type="parTrans" cxnId="{C20073F1-C97D-4E99-9C1B-6F7430624157}">
      <dgm:prSet/>
      <dgm:spPr/>
      <dgm:t>
        <a:bodyPr/>
        <a:lstStyle/>
        <a:p>
          <a:endParaRPr lang="en-US"/>
        </a:p>
      </dgm:t>
    </dgm:pt>
    <dgm:pt modelId="{358C7565-B03E-42F4-9A2F-D258AA0B09A1}" type="sibTrans" cxnId="{C20073F1-C97D-4E99-9C1B-6F7430624157}">
      <dgm:prSet/>
      <dgm:spPr/>
      <dgm:t>
        <a:bodyPr/>
        <a:lstStyle/>
        <a:p>
          <a:endParaRPr lang="en-US"/>
        </a:p>
      </dgm:t>
    </dgm:pt>
    <dgm:pt modelId="{D7031986-B3A8-41A1-AF2F-6DCEA9139D88}">
      <dgm:prSet phldrT="[Text]" phldr="0" custT="1"/>
      <dgm:spPr/>
      <dgm:t>
        <a:bodyPr/>
        <a:lstStyle/>
        <a:p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Setup team &amp; budget</a:t>
          </a:r>
        </a:p>
      </dgm:t>
    </dgm:pt>
    <dgm:pt modelId="{93748519-DD50-446D-AA32-AF4CE469BD72}" type="parTrans" cxnId="{DDB38598-E5C9-414D-A820-A5E5CECAEECD}">
      <dgm:prSet/>
      <dgm:spPr/>
      <dgm:t>
        <a:bodyPr/>
        <a:lstStyle/>
        <a:p>
          <a:endParaRPr lang="en-US"/>
        </a:p>
      </dgm:t>
    </dgm:pt>
    <dgm:pt modelId="{E328BB66-E913-405A-86FA-F7ACC21B8344}" type="sibTrans" cxnId="{DDB38598-E5C9-414D-A820-A5E5CECAEECD}">
      <dgm:prSet/>
      <dgm:spPr/>
      <dgm:t>
        <a:bodyPr/>
        <a:lstStyle/>
        <a:p>
          <a:endParaRPr lang="en-US"/>
        </a:p>
      </dgm:t>
    </dgm:pt>
    <dgm:pt modelId="{1757B71F-DD7E-4D1F-866D-800B2AD061C9}">
      <dgm:prSet phldrT="[Text]" phldr="0" custT="1"/>
      <dgm:spPr/>
      <dgm:t>
        <a:bodyPr/>
        <a:lstStyle/>
        <a:p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Sales</a:t>
          </a:r>
        </a:p>
      </dgm:t>
    </dgm:pt>
    <dgm:pt modelId="{94C6A7BF-9C30-4821-A36E-489F6F4BA29B}" type="parTrans" cxnId="{A95B9460-B37F-49C2-B5C2-A56D0CAEE4C8}">
      <dgm:prSet/>
      <dgm:spPr/>
      <dgm:t>
        <a:bodyPr/>
        <a:lstStyle/>
        <a:p>
          <a:endParaRPr lang="en-US"/>
        </a:p>
      </dgm:t>
    </dgm:pt>
    <dgm:pt modelId="{D71BAE0D-4319-48EC-97D6-00C82A8DB27B}" type="sibTrans" cxnId="{A95B9460-B37F-49C2-B5C2-A56D0CAEE4C8}">
      <dgm:prSet/>
      <dgm:spPr/>
      <dgm:t>
        <a:bodyPr/>
        <a:lstStyle/>
        <a:p>
          <a:endParaRPr lang="en-US"/>
        </a:p>
      </dgm:t>
    </dgm:pt>
    <dgm:pt modelId="{3489C17B-F1A0-4363-906D-29D533EACACB}">
      <dgm:prSet phldrT="[Text]" phldr="0" custT="1"/>
      <dgm:spPr/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Organize sales channels</a:t>
          </a:r>
        </a:p>
      </dgm:t>
    </dgm:pt>
    <dgm:pt modelId="{BDA92C7A-D772-40FD-9862-918042360646}" type="parTrans" cxnId="{CF933442-CF76-4F1F-A758-215040E8E6AE}">
      <dgm:prSet/>
      <dgm:spPr/>
      <dgm:t>
        <a:bodyPr/>
        <a:lstStyle/>
        <a:p>
          <a:endParaRPr lang="en-US"/>
        </a:p>
      </dgm:t>
    </dgm:pt>
    <dgm:pt modelId="{719D019D-80E1-4814-9556-F1FFDBEF88C8}" type="sibTrans" cxnId="{CF933442-CF76-4F1F-A758-215040E8E6AE}">
      <dgm:prSet/>
      <dgm:spPr/>
      <dgm:t>
        <a:bodyPr/>
        <a:lstStyle/>
        <a:p>
          <a:endParaRPr lang="en-US"/>
        </a:p>
      </dgm:t>
    </dgm:pt>
    <dgm:pt modelId="{EC3FE3A6-D9A0-41C3-BE05-1A5D65A265EC}">
      <dgm:prSet custT="1"/>
      <dgm:spPr/>
      <dgm:t>
        <a:bodyPr/>
        <a:lstStyle/>
        <a:p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Product</a:t>
          </a:r>
        </a:p>
      </dgm:t>
    </dgm:pt>
    <dgm:pt modelId="{0F99CEC4-DFCD-4B9F-A40D-63C00A3507B1}" type="parTrans" cxnId="{D1C7480A-ED05-4FC0-BD6C-36E8C19C6720}">
      <dgm:prSet/>
      <dgm:spPr/>
      <dgm:t>
        <a:bodyPr/>
        <a:lstStyle/>
        <a:p>
          <a:endParaRPr lang="en-US"/>
        </a:p>
      </dgm:t>
    </dgm:pt>
    <dgm:pt modelId="{49DFC42A-FC1F-4E27-A57C-839B740123F9}" type="sibTrans" cxnId="{D1C7480A-ED05-4FC0-BD6C-36E8C19C6720}">
      <dgm:prSet/>
      <dgm:spPr/>
      <dgm:t>
        <a:bodyPr/>
        <a:lstStyle/>
        <a:p>
          <a:endParaRPr lang="en-US"/>
        </a:p>
      </dgm:t>
    </dgm:pt>
    <dgm:pt modelId="{68D376CA-36E3-4531-9648-CF289D3FA40E}">
      <dgm:prSet custT="1"/>
      <dgm:spPr/>
      <dgm:t>
        <a:bodyPr/>
        <a:lstStyle/>
        <a:p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Marketing</a:t>
          </a:r>
        </a:p>
      </dgm:t>
    </dgm:pt>
    <dgm:pt modelId="{8B095CDB-0840-4EF5-B81D-0E3D927FE170}" type="parTrans" cxnId="{5CFE6184-BB2F-4D4E-BAD0-DF617452544C}">
      <dgm:prSet/>
      <dgm:spPr/>
      <dgm:t>
        <a:bodyPr/>
        <a:lstStyle/>
        <a:p>
          <a:endParaRPr lang="en-US"/>
        </a:p>
      </dgm:t>
    </dgm:pt>
    <dgm:pt modelId="{E7FF6CD6-84F5-4283-A9C2-947B5B666240}" type="sibTrans" cxnId="{5CFE6184-BB2F-4D4E-BAD0-DF617452544C}">
      <dgm:prSet/>
      <dgm:spPr/>
      <dgm:t>
        <a:bodyPr/>
        <a:lstStyle/>
        <a:p>
          <a:endParaRPr lang="en-US"/>
        </a:p>
      </dgm:t>
    </dgm:pt>
    <dgm:pt modelId="{D0DE2B8B-12AB-4D89-8051-5AF127588226}">
      <dgm:prSet custT="1"/>
      <dgm:spPr/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Define components of the product</a:t>
          </a:r>
        </a:p>
      </dgm:t>
    </dgm:pt>
    <dgm:pt modelId="{7794D18B-AF44-482E-A243-01428651435F}" type="parTrans" cxnId="{AEFCB335-9F99-443E-AD5D-397F4CDA7659}">
      <dgm:prSet/>
      <dgm:spPr/>
      <dgm:t>
        <a:bodyPr/>
        <a:lstStyle/>
        <a:p>
          <a:endParaRPr lang="en-US"/>
        </a:p>
      </dgm:t>
    </dgm:pt>
    <dgm:pt modelId="{960C80FE-69E9-4AAD-9A79-C9A6D0F0D644}" type="sibTrans" cxnId="{AEFCB335-9F99-443E-AD5D-397F4CDA7659}">
      <dgm:prSet/>
      <dgm:spPr/>
      <dgm:t>
        <a:bodyPr/>
        <a:lstStyle/>
        <a:p>
          <a:endParaRPr lang="en-US"/>
        </a:p>
      </dgm:t>
    </dgm:pt>
    <dgm:pt modelId="{CE039873-57FC-435F-86FB-575270F2469D}">
      <dgm:prSet custT="1"/>
      <dgm:spPr/>
      <dgm:t>
        <a:bodyPr/>
        <a:lstStyle/>
        <a:p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Prepare product demo</a:t>
          </a:r>
        </a:p>
      </dgm:t>
    </dgm:pt>
    <dgm:pt modelId="{0A497D38-3CF7-4CA3-8D3D-D91C723A38BB}" type="parTrans" cxnId="{68C4D191-CCC4-4C47-8B71-10FBCB26E79B}">
      <dgm:prSet/>
      <dgm:spPr/>
      <dgm:t>
        <a:bodyPr/>
        <a:lstStyle/>
        <a:p>
          <a:endParaRPr lang="en-US"/>
        </a:p>
      </dgm:t>
    </dgm:pt>
    <dgm:pt modelId="{28053E13-432D-498F-A3ED-E841E06577FC}" type="sibTrans" cxnId="{68C4D191-CCC4-4C47-8B71-10FBCB26E79B}">
      <dgm:prSet/>
      <dgm:spPr/>
      <dgm:t>
        <a:bodyPr/>
        <a:lstStyle/>
        <a:p>
          <a:endParaRPr lang="en-US"/>
        </a:p>
      </dgm:t>
    </dgm:pt>
    <dgm:pt modelId="{0292DAF7-2006-447D-AF5D-0C854EA51DF1}">
      <dgm:prSet custT="1"/>
      <dgm:spPr/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Setup timeline &amp; roadmap</a:t>
          </a:r>
        </a:p>
      </dgm:t>
    </dgm:pt>
    <dgm:pt modelId="{CA7334C0-8BBD-4686-AADF-EF99A95B3EBD}" type="parTrans" cxnId="{D5AEB3E7-51B3-4985-8DDD-1114518FC3AD}">
      <dgm:prSet/>
      <dgm:spPr/>
      <dgm:t>
        <a:bodyPr/>
        <a:lstStyle/>
        <a:p>
          <a:endParaRPr lang="en-US"/>
        </a:p>
      </dgm:t>
    </dgm:pt>
    <dgm:pt modelId="{F1D8369E-C64B-4774-B666-98D51602F6B5}" type="sibTrans" cxnId="{D5AEB3E7-51B3-4985-8DDD-1114518FC3AD}">
      <dgm:prSet/>
      <dgm:spPr/>
      <dgm:t>
        <a:bodyPr/>
        <a:lstStyle/>
        <a:p>
          <a:endParaRPr lang="en-US"/>
        </a:p>
      </dgm:t>
    </dgm:pt>
    <dgm:pt modelId="{8743CC54-00A4-4A5D-AAE8-2BF5F4742182}">
      <dgm:prSet custT="1"/>
      <dgm:spPr/>
      <dgm:t>
        <a:bodyPr/>
        <a:lstStyle/>
        <a:p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Defining</a:t>
          </a:r>
          <a:r>
            <a:rPr lang="en-US" sz="1500" kern="1200" dirty="0"/>
            <a:t> </a:t>
          </a: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prices policies</a:t>
          </a:r>
        </a:p>
      </dgm:t>
    </dgm:pt>
    <dgm:pt modelId="{09607D6A-BC5C-4AEF-AF7C-E086F5E76975}" type="parTrans" cxnId="{12F46AB7-0697-4CDF-8673-77C67FE796BB}">
      <dgm:prSet/>
      <dgm:spPr/>
      <dgm:t>
        <a:bodyPr/>
        <a:lstStyle/>
        <a:p>
          <a:endParaRPr lang="en-US"/>
        </a:p>
      </dgm:t>
    </dgm:pt>
    <dgm:pt modelId="{67DC44B0-CF37-460F-B911-6973F621E9D0}" type="sibTrans" cxnId="{12F46AB7-0697-4CDF-8673-77C67FE796BB}">
      <dgm:prSet/>
      <dgm:spPr/>
      <dgm:t>
        <a:bodyPr/>
        <a:lstStyle/>
        <a:p>
          <a:endParaRPr lang="en-US"/>
        </a:p>
      </dgm:t>
    </dgm:pt>
    <dgm:pt modelId="{D72EB8AB-47C3-47AA-BD04-2A633BB907F9}">
      <dgm:prSet custT="1"/>
      <dgm:spPr/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Organize online sales</a:t>
          </a:r>
        </a:p>
      </dgm:t>
    </dgm:pt>
    <dgm:pt modelId="{51925C78-0841-43C7-8BA3-254F7C044154}" type="parTrans" cxnId="{4B730A84-15C8-4682-9A69-F15BE016A5D8}">
      <dgm:prSet/>
      <dgm:spPr/>
      <dgm:t>
        <a:bodyPr/>
        <a:lstStyle/>
        <a:p>
          <a:endParaRPr lang="en-US"/>
        </a:p>
      </dgm:t>
    </dgm:pt>
    <dgm:pt modelId="{D0D2B6C5-5674-416A-B188-1BCFDFE4648C}" type="sibTrans" cxnId="{4B730A84-15C8-4682-9A69-F15BE016A5D8}">
      <dgm:prSet/>
      <dgm:spPr/>
      <dgm:t>
        <a:bodyPr/>
        <a:lstStyle/>
        <a:p>
          <a:endParaRPr lang="en-US"/>
        </a:p>
      </dgm:t>
    </dgm:pt>
    <dgm:pt modelId="{09049587-A960-41DE-ACA1-D0A54A806B99}">
      <dgm:prSet custT="1"/>
      <dgm:spPr/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Organize advertising</a:t>
          </a:r>
        </a:p>
      </dgm:t>
    </dgm:pt>
    <dgm:pt modelId="{782190C9-9CAD-4194-B589-EDAA2DCAF864}" type="parTrans" cxnId="{9395B7CB-EF11-469C-8C6E-47B84F5C722A}">
      <dgm:prSet/>
      <dgm:spPr/>
      <dgm:t>
        <a:bodyPr/>
        <a:lstStyle/>
        <a:p>
          <a:endParaRPr lang="en-US"/>
        </a:p>
      </dgm:t>
    </dgm:pt>
    <dgm:pt modelId="{670FB1FD-E726-4951-B694-A862F9207DE5}" type="sibTrans" cxnId="{9395B7CB-EF11-469C-8C6E-47B84F5C722A}">
      <dgm:prSet/>
      <dgm:spPr/>
      <dgm:t>
        <a:bodyPr/>
        <a:lstStyle/>
        <a:p>
          <a:endParaRPr lang="en-US"/>
        </a:p>
      </dgm:t>
    </dgm:pt>
    <dgm:pt modelId="{8858A47A-DAB6-46DC-8747-69D91083041E}">
      <dgm:prSet custT="1"/>
      <dgm:spPr/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Plan events &amp; trade shows</a:t>
          </a:r>
        </a:p>
      </dgm:t>
    </dgm:pt>
    <dgm:pt modelId="{CAD4BD4C-D3C2-43B2-A404-691F8D1CDF6A}" type="parTrans" cxnId="{88AABA61-3E40-4BDA-8AD5-B685CE1DDE84}">
      <dgm:prSet/>
      <dgm:spPr/>
      <dgm:t>
        <a:bodyPr/>
        <a:lstStyle/>
        <a:p>
          <a:endParaRPr lang="en-US"/>
        </a:p>
      </dgm:t>
    </dgm:pt>
    <dgm:pt modelId="{565A920E-9B5D-4140-AAEE-0F9329EB60F0}" type="sibTrans" cxnId="{88AABA61-3E40-4BDA-8AD5-B685CE1DDE84}">
      <dgm:prSet/>
      <dgm:spPr/>
      <dgm:t>
        <a:bodyPr/>
        <a:lstStyle/>
        <a:p>
          <a:endParaRPr lang="en-US"/>
        </a:p>
      </dgm:t>
    </dgm:pt>
    <dgm:pt modelId="{C22C64ED-6D50-4A75-8345-40D74793C8CD}">
      <dgm:prSet custT="1"/>
      <dgm:spPr/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Update corporate website</a:t>
          </a:r>
        </a:p>
      </dgm:t>
    </dgm:pt>
    <dgm:pt modelId="{01105076-222D-4185-AA1A-A957996D4A57}" type="parTrans" cxnId="{46585CB7-35A4-41AF-BF30-5093FF8C977C}">
      <dgm:prSet/>
      <dgm:spPr/>
      <dgm:t>
        <a:bodyPr/>
        <a:lstStyle/>
        <a:p>
          <a:endParaRPr lang="en-US"/>
        </a:p>
      </dgm:t>
    </dgm:pt>
    <dgm:pt modelId="{ECAFECFC-A414-47BA-8D3F-45D70A61D6F4}" type="sibTrans" cxnId="{46585CB7-35A4-41AF-BF30-5093FF8C977C}">
      <dgm:prSet/>
      <dgm:spPr/>
      <dgm:t>
        <a:bodyPr/>
        <a:lstStyle/>
        <a:p>
          <a:endParaRPr lang="en-US"/>
        </a:p>
      </dgm:t>
    </dgm:pt>
    <dgm:pt modelId="{771E2745-6812-4C53-85FF-7C2383903BEB}" type="pres">
      <dgm:prSet presAssocID="{FE3F17C9-6F7B-41EE-93FD-A67CB6DCCF1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27871AA-50BA-48B7-A6B4-F0EE643C8AE7}" type="pres">
      <dgm:prSet presAssocID="{6167DFCC-408E-41B9-9D50-263F1FAA58DD}" presName="hierRoot1" presStyleCnt="0"/>
      <dgm:spPr/>
    </dgm:pt>
    <dgm:pt modelId="{C6D46360-3B96-4F54-B2E8-8359CBAB8BB1}" type="pres">
      <dgm:prSet presAssocID="{6167DFCC-408E-41B9-9D50-263F1FAA58DD}" presName="composite" presStyleCnt="0"/>
      <dgm:spPr/>
    </dgm:pt>
    <dgm:pt modelId="{E7BE2D05-0807-403A-B9AA-16A6CC6AEAE3}" type="pres">
      <dgm:prSet presAssocID="{6167DFCC-408E-41B9-9D50-263F1FAA58DD}" presName="background" presStyleLbl="node0" presStyleIdx="0" presStyleCnt="1"/>
      <dgm:spPr/>
    </dgm:pt>
    <dgm:pt modelId="{7DC70643-5669-4CCD-BBA7-C21311138E54}" type="pres">
      <dgm:prSet presAssocID="{6167DFCC-408E-41B9-9D50-263F1FAA58DD}" presName="text" presStyleLbl="fgAcc0" presStyleIdx="0" presStyleCnt="1" custScaleX="381133">
        <dgm:presLayoutVars>
          <dgm:chPref val="3"/>
        </dgm:presLayoutVars>
      </dgm:prSet>
      <dgm:spPr/>
    </dgm:pt>
    <dgm:pt modelId="{24119786-C105-499F-901D-564B2309AE1D}" type="pres">
      <dgm:prSet presAssocID="{6167DFCC-408E-41B9-9D50-263F1FAA58DD}" presName="hierChild2" presStyleCnt="0"/>
      <dgm:spPr/>
    </dgm:pt>
    <dgm:pt modelId="{DA8E2E35-1BB8-4EE1-A268-5673D6823304}" type="pres">
      <dgm:prSet presAssocID="{B7301236-2A0C-4512-AD1A-AF3117ADD8B0}" presName="Name10" presStyleLbl="parChTrans1D2" presStyleIdx="0" presStyleCnt="4"/>
      <dgm:spPr/>
    </dgm:pt>
    <dgm:pt modelId="{5E6DB89B-6569-466D-B8E1-B8DE15377FDD}" type="pres">
      <dgm:prSet presAssocID="{64CB7BCB-9909-4B72-8B76-50FD2FBF5B54}" presName="hierRoot2" presStyleCnt="0"/>
      <dgm:spPr/>
    </dgm:pt>
    <dgm:pt modelId="{16686958-2C4B-409A-9151-353D2D3687D8}" type="pres">
      <dgm:prSet presAssocID="{64CB7BCB-9909-4B72-8B76-50FD2FBF5B54}" presName="composite2" presStyleCnt="0"/>
      <dgm:spPr/>
    </dgm:pt>
    <dgm:pt modelId="{2F217AE3-DB8A-4692-9F65-162722972F85}" type="pres">
      <dgm:prSet presAssocID="{64CB7BCB-9909-4B72-8B76-50FD2FBF5B54}" presName="background2" presStyleLbl="node2" presStyleIdx="0" presStyleCnt="4"/>
      <dgm:spPr/>
    </dgm:pt>
    <dgm:pt modelId="{D0F1FE5B-5170-4B9F-BB04-FE8FC8CDF1ED}" type="pres">
      <dgm:prSet presAssocID="{64CB7BCB-9909-4B72-8B76-50FD2FBF5B54}" presName="text2" presStyleLbl="fgAcc2" presStyleIdx="0" presStyleCnt="4" custScaleX="176251" custScaleY="70398">
        <dgm:presLayoutVars>
          <dgm:chPref val="3"/>
        </dgm:presLayoutVars>
      </dgm:prSet>
      <dgm:spPr/>
    </dgm:pt>
    <dgm:pt modelId="{36E2967D-272F-497B-A8AB-79B1A5719EFC}" type="pres">
      <dgm:prSet presAssocID="{64CB7BCB-9909-4B72-8B76-50FD2FBF5B54}" presName="hierChild3" presStyleCnt="0"/>
      <dgm:spPr/>
    </dgm:pt>
    <dgm:pt modelId="{896BDA8D-4AAE-4A9C-9D3E-0AD65D049751}" type="pres">
      <dgm:prSet presAssocID="{93748519-DD50-446D-AA32-AF4CE469BD72}" presName="Name17" presStyleLbl="parChTrans1D3" presStyleIdx="0" presStyleCnt="4"/>
      <dgm:spPr/>
    </dgm:pt>
    <dgm:pt modelId="{FFAB4001-1D9D-4124-AB7C-20986476E097}" type="pres">
      <dgm:prSet presAssocID="{D7031986-B3A8-41A1-AF2F-6DCEA9139D88}" presName="hierRoot3" presStyleCnt="0"/>
      <dgm:spPr/>
    </dgm:pt>
    <dgm:pt modelId="{D38F9319-352A-4C86-AF20-7F980432F36D}" type="pres">
      <dgm:prSet presAssocID="{D7031986-B3A8-41A1-AF2F-6DCEA9139D88}" presName="composite3" presStyleCnt="0"/>
      <dgm:spPr/>
    </dgm:pt>
    <dgm:pt modelId="{0FEA023E-44C7-4280-B923-22491A4C838D}" type="pres">
      <dgm:prSet presAssocID="{D7031986-B3A8-41A1-AF2F-6DCEA9139D88}" presName="background3" presStyleLbl="node3" presStyleIdx="0" presStyleCnt="4"/>
      <dgm:spPr/>
    </dgm:pt>
    <dgm:pt modelId="{5789405C-BA8D-41F6-A021-8C0A6EDDF3F5}" type="pres">
      <dgm:prSet presAssocID="{D7031986-B3A8-41A1-AF2F-6DCEA9139D88}" presName="text3" presStyleLbl="fgAcc3" presStyleIdx="0" presStyleCnt="4">
        <dgm:presLayoutVars>
          <dgm:chPref val="3"/>
        </dgm:presLayoutVars>
      </dgm:prSet>
      <dgm:spPr/>
    </dgm:pt>
    <dgm:pt modelId="{2C295E11-484E-4809-9E49-90325A6272D4}" type="pres">
      <dgm:prSet presAssocID="{D7031986-B3A8-41A1-AF2F-6DCEA9139D88}" presName="hierChild4" presStyleCnt="0"/>
      <dgm:spPr/>
    </dgm:pt>
    <dgm:pt modelId="{1B87B66F-1472-442D-BC7B-53CB16A9AE78}" type="pres">
      <dgm:prSet presAssocID="{7794D18B-AF44-482E-A243-01428651435F}" presName="Name23" presStyleLbl="parChTrans1D4" presStyleIdx="0" presStyleCnt="6"/>
      <dgm:spPr/>
    </dgm:pt>
    <dgm:pt modelId="{24D97517-184C-4ACE-9471-6EC3FD26F464}" type="pres">
      <dgm:prSet presAssocID="{D0DE2B8B-12AB-4D89-8051-5AF127588226}" presName="hierRoot4" presStyleCnt="0"/>
      <dgm:spPr/>
    </dgm:pt>
    <dgm:pt modelId="{4659E7EF-E3A4-4077-ACFA-5DCA2E0302C2}" type="pres">
      <dgm:prSet presAssocID="{D0DE2B8B-12AB-4D89-8051-5AF127588226}" presName="composite4" presStyleCnt="0"/>
      <dgm:spPr/>
    </dgm:pt>
    <dgm:pt modelId="{30923FB6-4792-42EE-850D-D6B5AF0D4F18}" type="pres">
      <dgm:prSet presAssocID="{D0DE2B8B-12AB-4D89-8051-5AF127588226}" presName="background4" presStyleLbl="node4" presStyleIdx="0" presStyleCnt="6"/>
      <dgm:spPr/>
    </dgm:pt>
    <dgm:pt modelId="{85193268-6CFF-42FB-A5C4-0AED230EE0B4}" type="pres">
      <dgm:prSet presAssocID="{D0DE2B8B-12AB-4D89-8051-5AF127588226}" presName="text4" presStyleLbl="fgAcc4" presStyleIdx="0" presStyleCnt="6">
        <dgm:presLayoutVars>
          <dgm:chPref val="3"/>
        </dgm:presLayoutVars>
      </dgm:prSet>
      <dgm:spPr/>
    </dgm:pt>
    <dgm:pt modelId="{FCF6AC1F-439A-4C6B-9D14-50E9D5A0549E}" type="pres">
      <dgm:prSet presAssocID="{D0DE2B8B-12AB-4D89-8051-5AF127588226}" presName="hierChild5" presStyleCnt="0"/>
      <dgm:spPr/>
    </dgm:pt>
    <dgm:pt modelId="{AC6B7E1D-B634-4C07-8444-30FED98C80A5}" type="pres">
      <dgm:prSet presAssocID="{CA7334C0-8BBD-4686-AADF-EF99A95B3EBD}" presName="Name23" presStyleLbl="parChTrans1D4" presStyleIdx="1" presStyleCnt="6"/>
      <dgm:spPr/>
    </dgm:pt>
    <dgm:pt modelId="{E94489F4-6E24-40A7-B34E-E6C0D76E5648}" type="pres">
      <dgm:prSet presAssocID="{0292DAF7-2006-447D-AF5D-0C854EA51DF1}" presName="hierRoot4" presStyleCnt="0"/>
      <dgm:spPr/>
    </dgm:pt>
    <dgm:pt modelId="{4140148E-B4AC-4488-B5C4-00E6364D65C1}" type="pres">
      <dgm:prSet presAssocID="{0292DAF7-2006-447D-AF5D-0C854EA51DF1}" presName="composite4" presStyleCnt="0"/>
      <dgm:spPr/>
    </dgm:pt>
    <dgm:pt modelId="{42E82622-2EC4-4CFD-97DD-B621A0385256}" type="pres">
      <dgm:prSet presAssocID="{0292DAF7-2006-447D-AF5D-0C854EA51DF1}" presName="background4" presStyleLbl="node4" presStyleIdx="1" presStyleCnt="6"/>
      <dgm:spPr/>
    </dgm:pt>
    <dgm:pt modelId="{35A2B495-56A5-4229-8218-170C78C78BB3}" type="pres">
      <dgm:prSet presAssocID="{0292DAF7-2006-447D-AF5D-0C854EA51DF1}" presName="text4" presStyleLbl="fgAcc4" presStyleIdx="1" presStyleCnt="6">
        <dgm:presLayoutVars>
          <dgm:chPref val="3"/>
        </dgm:presLayoutVars>
      </dgm:prSet>
      <dgm:spPr/>
    </dgm:pt>
    <dgm:pt modelId="{611D63E5-476F-4474-964B-21AE73ED5E2F}" type="pres">
      <dgm:prSet presAssocID="{0292DAF7-2006-447D-AF5D-0C854EA51DF1}" presName="hierChild5" presStyleCnt="0"/>
      <dgm:spPr/>
    </dgm:pt>
    <dgm:pt modelId="{68F75BF4-7BEC-48DB-81AF-6F68DC8B970B}" type="pres">
      <dgm:prSet presAssocID="{0F99CEC4-DFCD-4B9F-A40D-63C00A3507B1}" presName="Name10" presStyleLbl="parChTrans1D2" presStyleIdx="1" presStyleCnt="4"/>
      <dgm:spPr/>
    </dgm:pt>
    <dgm:pt modelId="{F9B0C9A0-D6A8-499F-A89B-1671DF682CD2}" type="pres">
      <dgm:prSet presAssocID="{EC3FE3A6-D9A0-41C3-BE05-1A5D65A265EC}" presName="hierRoot2" presStyleCnt="0"/>
      <dgm:spPr/>
    </dgm:pt>
    <dgm:pt modelId="{74A62190-D228-4809-813D-B474F4397355}" type="pres">
      <dgm:prSet presAssocID="{EC3FE3A6-D9A0-41C3-BE05-1A5D65A265EC}" presName="composite2" presStyleCnt="0"/>
      <dgm:spPr/>
    </dgm:pt>
    <dgm:pt modelId="{9CF499F1-EB5D-4E7B-9BF1-02CF49042A36}" type="pres">
      <dgm:prSet presAssocID="{EC3FE3A6-D9A0-41C3-BE05-1A5D65A265EC}" presName="background2" presStyleLbl="node2" presStyleIdx="1" presStyleCnt="4"/>
      <dgm:spPr/>
    </dgm:pt>
    <dgm:pt modelId="{D77BB4E1-40BD-445A-849C-489D3A0EA220}" type="pres">
      <dgm:prSet presAssocID="{EC3FE3A6-D9A0-41C3-BE05-1A5D65A265EC}" presName="text2" presStyleLbl="fgAcc2" presStyleIdx="1" presStyleCnt="4" custScaleX="176251" custScaleY="70398">
        <dgm:presLayoutVars>
          <dgm:chPref val="3"/>
        </dgm:presLayoutVars>
      </dgm:prSet>
      <dgm:spPr/>
    </dgm:pt>
    <dgm:pt modelId="{D51C8915-D54F-40F8-ACA9-A8D58838659D}" type="pres">
      <dgm:prSet presAssocID="{EC3FE3A6-D9A0-41C3-BE05-1A5D65A265EC}" presName="hierChild3" presStyleCnt="0"/>
      <dgm:spPr/>
    </dgm:pt>
    <dgm:pt modelId="{9A02817B-DACD-4E12-94C0-13389462881F}" type="pres">
      <dgm:prSet presAssocID="{0A497D38-3CF7-4CA3-8D3D-D91C723A38BB}" presName="Name17" presStyleLbl="parChTrans1D3" presStyleIdx="1" presStyleCnt="4"/>
      <dgm:spPr/>
    </dgm:pt>
    <dgm:pt modelId="{70EE785C-8D6F-45E5-BE1C-EF7D8CA947D1}" type="pres">
      <dgm:prSet presAssocID="{CE039873-57FC-435F-86FB-575270F2469D}" presName="hierRoot3" presStyleCnt="0"/>
      <dgm:spPr/>
    </dgm:pt>
    <dgm:pt modelId="{53CCC742-F53A-4782-8A84-3E277F1180F1}" type="pres">
      <dgm:prSet presAssocID="{CE039873-57FC-435F-86FB-575270F2469D}" presName="composite3" presStyleCnt="0"/>
      <dgm:spPr/>
    </dgm:pt>
    <dgm:pt modelId="{63D2526F-43BE-4319-812E-B12BD13FE2AC}" type="pres">
      <dgm:prSet presAssocID="{CE039873-57FC-435F-86FB-575270F2469D}" presName="background3" presStyleLbl="node3" presStyleIdx="1" presStyleCnt="4"/>
      <dgm:spPr/>
    </dgm:pt>
    <dgm:pt modelId="{EE61A468-8885-4613-BE30-747F2FEC5842}" type="pres">
      <dgm:prSet presAssocID="{CE039873-57FC-435F-86FB-575270F2469D}" presName="text3" presStyleLbl="fgAcc3" presStyleIdx="1" presStyleCnt="4">
        <dgm:presLayoutVars>
          <dgm:chPref val="3"/>
        </dgm:presLayoutVars>
      </dgm:prSet>
      <dgm:spPr/>
    </dgm:pt>
    <dgm:pt modelId="{A74455DC-D48E-4DE0-9086-167C8D0D3061}" type="pres">
      <dgm:prSet presAssocID="{CE039873-57FC-435F-86FB-575270F2469D}" presName="hierChild4" presStyleCnt="0"/>
      <dgm:spPr/>
    </dgm:pt>
    <dgm:pt modelId="{D4604FE2-9255-476D-A429-5B9149354244}" type="pres">
      <dgm:prSet presAssocID="{09607D6A-BC5C-4AEF-AF7C-E086F5E76975}" presName="Name23" presStyleLbl="parChTrans1D4" presStyleIdx="2" presStyleCnt="6"/>
      <dgm:spPr/>
    </dgm:pt>
    <dgm:pt modelId="{D8228058-319F-440C-A41C-59C4FB074C57}" type="pres">
      <dgm:prSet presAssocID="{8743CC54-00A4-4A5D-AAE8-2BF5F4742182}" presName="hierRoot4" presStyleCnt="0"/>
      <dgm:spPr/>
    </dgm:pt>
    <dgm:pt modelId="{6FED26D6-6B9C-4174-9674-F9630E300789}" type="pres">
      <dgm:prSet presAssocID="{8743CC54-00A4-4A5D-AAE8-2BF5F4742182}" presName="composite4" presStyleCnt="0"/>
      <dgm:spPr/>
    </dgm:pt>
    <dgm:pt modelId="{337E87A6-BD7E-498B-BB67-68A0472E79CA}" type="pres">
      <dgm:prSet presAssocID="{8743CC54-00A4-4A5D-AAE8-2BF5F4742182}" presName="background4" presStyleLbl="node4" presStyleIdx="2" presStyleCnt="6"/>
      <dgm:spPr/>
    </dgm:pt>
    <dgm:pt modelId="{3D9147C8-1B03-40AB-AB98-E012CE71707A}" type="pres">
      <dgm:prSet presAssocID="{8743CC54-00A4-4A5D-AAE8-2BF5F4742182}" presName="text4" presStyleLbl="fgAcc4" presStyleIdx="2" presStyleCnt="6">
        <dgm:presLayoutVars>
          <dgm:chPref val="3"/>
        </dgm:presLayoutVars>
      </dgm:prSet>
      <dgm:spPr/>
    </dgm:pt>
    <dgm:pt modelId="{DBF97992-9FC6-44A6-8210-6CD87EADBA23}" type="pres">
      <dgm:prSet presAssocID="{8743CC54-00A4-4A5D-AAE8-2BF5F4742182}" presName="hierChild5" presStyleCnt="0"/>
      <dgm:spPr/>
    </dgm:pt>
    <dgm:pt modelId="{DA90EB0D-A18B-4C3C-B946-86431DE0A9D3}" type="pres">
      <dgm:prSet presAssocID="{8B095CDB-0840-4EF5-B81D-0E3D927FE170}" presName="Name10" presStyleLbl="parChTrans1D2" presStyleIdx="2" presStyleCnt="4"/>
      <dgm:spPr/>
    </dgm:pt>
    <dgm:pt modelId="{FC3F19C3-E808-4436-B105-ABB924682427}" type="pres">
      <dgm:prSet presAssocID="{68D376CA-36E3-4531-9648-CF289D3FA40E}" presName="hierRoot2" presStyleCnt="0"/>
      <dgm:spPr/>
    </dgm:pt>
    <dgm:pt modelId="{5F836129-E476-4BE8-B10F-0453E2CDF5B9}" type="pres">
      <dgm:prSet presAssocID="{68D376CA-36E3-4531-9648-CF289D3FA40E}" presName="composite2" presStyleCnt="0"/>
      <dgm:spPr/>
    </dgm:pt>
    <dgm:pt modelId="{70CF29F9-2795-49B9-B2BA-883A0D26AC6B}" type="pres">
      <dgm:prSet presAssocID="{68D376CA-36E3-4531-9648-CF289D3FA40E}" presName="background2" presStyleLbl="node2" presStyleIdx="2" presStyleCnt="4"/>
      <dgm:spPr/>
    </dgm:pt>
    <dgm:pt modelId="{3B360C18-3584-4D09-AB0E-29EFCFEE7EF4}" type="pres">
      <dgm:prSet presAssocID="{68D376CA-36E3-4531-9648-CF289D3FA40E}" presName="text2" presStyleLbl="fgAcc2" presStyleIdx="2" presStyleCnt="4" custScaleX="176251" custScaleY="70398">
        <dgm:presLayoutVars>
          <dgm:chPref val="3"/>
        </dgm:presLayoutVars>
      </dgm:prSet>
      <dgm:spPr/>
    </dgm:pt>
    <dgm:pt modelId="{D962598C-07CC-4F0F-BEBD-18327C4DF529}" type="pres">
      <dgm:prSet presAssocID="{68D376CA-36E3-4531-9648-CF289D3FA40E}" presName="hierChild3" presStyleCnt="0"/>
      <dgm:spPr/>
    </dgm:pt>
    <dgm:pt modelId="{C3460952-CA5E-43F2-ACB3-127A23EE66A3}" type="pres">
      <dgm:prSet presAssocID="{782190C9-9CAD-4194-B589-EDAA2DCAF864}" presName="Name17" presStyleLbl="parChTrans1D3" presStyleIdx="2" presStyleCnt="4"/>
      <dgm:spPr/>
    </dgm:pt>
    <dgm:pt modelId="{185D62C4-B369-402D-9058-62D57F22796E}" type="pres">
      <dgm:prSet presAssocID="{09049587-A960-41DE-ACA1-D0A54A806B99}" presName="hierRoot3" presStyleCnt="0"/>
      <dgm:spPr/>
    </dgm:pt>
    <dgm:pt modelId="{CC8587AB-B181-4142-9753-9C2346CB0DC1}" type="pres">
      <dgm:prSet presAssocID="{09049587-A960-41DE-ACA1-D0A54A806B99}" presName="composite3" presStyleCnt="0"/>
      <dgm:spPr/>
    </dgm:pt>
    <dgm:pt modelId="{173E37E0-A6F7-40A1-BE2A-48252E525191}" type="pres">
      <dgm:prSet presAssocID="{09049587-A960-41DE-ACA1-D0A54A806B99}" presName="background3" presStyleLbl="node3" presStyleIdx="2" presStyleCnt="4"/>
      <dgm:spPr/>
    </dgm:pt>
    <dgm:pt modelId="{56FDE591-1B99-4C99-AB36-0B60D1EA5E55}" type="pres">
      <dgm:prSet presAssocID="{09049587-A960-41DE-ACA1-D0A54A806B99}" presName="text3" presStyleLbl="fgAcc3" presStyleIdx="2" presStyleCnt="4">
        <dgm:presLayoutVars>
          <dgm:chPref val="3"/>
        </dgm:presLayoutVars>
      </dgm:prSet>
      <dgm:spPr/>
    </dgm:pt>
    <dgm:pt modelId="{ECAAAFBB-92BE-42D5-8692-7FFABA17E5D7}" type="pres">
      <dgm:prSet presAssocID="{09049587-A960-41DE-ACA1-D0A54A806B99}" presName="hierChild4" presStyleCnt="0"/>
      <dgm:spPr/>
    </dgm:pt>
    <dgm:pt modelId="{8777DD49-F050-4066-9935-FCE33EC3944C}" type="pres">
      <dgm:prSet presAssocID="{CAD4BD4C-D3C2-43B2-A404-691F8D1CDF6A}" presName="Name23" presStyleLbl="parChTrans1D4" presStyleIdx="3" presStyleCnt="6"/>
      <dgm:spPr/>
    </dgm:pt>
    <dgm:pt modelId="{4A0386C1-DC38-4BEB-85D2-9005D55B0325}" type="pres">
      <dgm:prSet presAssocID="{8858A47A-DAB6-46DC-8747-69D91083041E}" presName="hierRoot4" presStyleCnt="0"/>
      <dgm:spPr/>
    </dgm:pt>
    <dgm:pt modelId="{937A9FB3-E0B7-40BC-A4BB-7E34FA6313EF}" type="pres">
      <dgm:prSet presAssocID="{8858A47A-DAB6-46DC-8747-69D91083041E}" presName="composite4" presStyleCnt="0"/>
      <dgm:spPr/>
    </dgm:pt>
    <dgm:pt modelId="{3A11D667-E400-4454-89A7-A48BF2540418}" type="pres">
      <dgm:prSet presAssocID="{8858A47A-DAB6-46DC-8747-69D91083041E}" presName="background4" presStyleLbl="node4" presStyleIdx="3" presStyleCnt="6"/>
      <dgm:spPr/>
    </dgm:pt>
    <dgm:pt modelId="{0569D093-B4B7-4F45-9922-BFB493BBFFA7}" type="pres">
      <dgm:prSet presAssocID="{8858A47A-DAB6-46DC-8747-69D91083041E}" presName="text4" presStyleLbl="fgAcc4" presStyleIdx="3" presStyleCnt="6">
        <dgm:presLayoutVars>
          <dgm:chPref val="3"/>
        </dgm:presLayoutVars>
      </dgm:prSet>
      <dgm:spPr/>
    </dgm:pt>
    <dgm:pt modelId="{96050841-098E-41E3-80CD-AFA5A2ED6290}" type="pres">
      <dgm:prSet presAssocID="{8858A47A-DAB6-46DC-8747-69D91083041E}" presName="hierChild5" presStyleCnt="0"/>
      <dgm:spPr/>
    </dgm:pt>
    <dgm:pt modelId="{4F8FCF8A-A082-4152-B671-6FB57AB28129}" type="pres">
      <dgm:prSet presAssocID="{01105076-222D-4185-AA1A-A957996D4A57}" presName="Name23" presStyleLbl="parChTrans1D4" presStyleIdx="4" presStyleCnt="6"/>
      <dgm:spPr/>
    </dgm:pt>
    <dgm:pt modelId="{19228198-BBC8-4486-ACFE-9C426E09A431}" type="pres">
      <dgm:prSet presAssocID="{C22C64ED-6D50-4A75-8345-40D74793C8CD}" presName="hierRoot4" presStyleCnt="0"/>
      <dgm:spPr/>
    </dgm:pt>
    <dgm:pt modelId="{0BDBB048-F17D-47D4-9721-62FFB91D677E}" type="pres">
      <dgm:prSet presAssocID="{C22C64ED-6D50-4A75-8345-40D74793C8CD}" presName="composite4" presStyleCnt="0"/>
      <dgm:spPr/>
    </dgm:pt>
    <dgm:pt modelId="{3A5F6C4E-7D22-4C7C-AA88-7064805B3017}" type="pres">
      <dgm:prSet presAssocID="{C22C64ED-6D50-4A75-8345-40D74793C8CD}" presName="background4" presStyleLbl="node4" presStyleIdx="4" presStyleCnt="6"/>
      <dgm:spPr/>
    </dgm:pt>
    <dgm:pt modelId="{6A0B233B-3A13-4E87-845E-6FC2E078F57C}" type="pres">
      <dgm:prSet presAssocID="{C22C64ED-6D50-4A75-8345-40D74793C8CD}" presName="text4" presStyleLbl="fgAcc4" presStyleIdx="4" presStyleCnt="6">
        <dgm:presLayoutVars>
          <dgm:chPref val="3"/>
        </dgm:presLayoutVars>
      </dgm:prSet>
      <dgm:spPr/>
    </dgm:pt>
    <dgm:pt modelId="{4FAD3278-A46C-492E-BF5A-4B8BA54BE5C9}" type="pres">
      <dgm:prSet presAssocID="{C22C64ED-6D50-4A75-8345-40D74793C8CD}" presName="hierChild5" presStyleCnt="0"/>
      <dgm:spPr/>
    </dgm:pt>
    <dgm:pt modelId="{13A7FA83-54A0-41CB-B0E1-CE28BA19AC29}" type="pres">
      <dgm:prSet presAssocID="{94C6A7BF-9C30-4821-A36E-489F6F4BA29B}" presName="Name10" presStyleLbl="parChTrans1D2" presStyleIdx="3" presStyleCnt="4"/>
      <dgm:spPr/>
    </dgm:pt>
    <dgm:pt modelId="{C1E79600-5C46-4113-82CB-FCFC4F7D697A}" type="pres">
      <dgm:prSet presAssocID="{1757B71F-DD7E-4D1F-866D-800B2AD061C9}" presName="hierRoot2" presStyleCnt="0"/>
      <dgm:spPr/>
    </dgm:pt>
    <dgm:pt modelId="{7DE6A374-B812-4791-AD77-70FE00BADCD6}" type="pres">
      <dgm:prSet presAssocID="{1757B71F-DD7E-4D1F-866D-800B2AD061C9}" presName="composite2" presStyleCnt="0"/>
      <dgm:spPr/>
    </dgm:pt>
    <dgm:pt modelId="{BD4FC7BC-6AF1-4988-A85D-EE633E058393}" type="pres">
      <dgm:prSet presAssocID="{1757B71F-DD7E-4D1F-866D-800B2AD061C9}" presName="background2" presStyleLbl="node2" presStyleIdx="3" presStyleCnt="4"/>
      <dgm:spPr/>
    </dgm:pt>
    <dgm:pt modelId="{BA37C6CF-3E69-443F-8079-71BF014FF695}" type="pres">
      <dgm:prSet presAssocID="{1757B71F-DD7E-4D1F-866D-800B2AD061C9}" presName="text2" presStyleLbl="fgAcc2" presStyleIdx="3" presStyleCnt="4" custScaleX="176251" custScaleY="70398">
        <dgm:presLayoutVars>
          <dgm:chPref val="3"/>
        </dgm:presLayoutVars>
      </dgm:prSet>
      <dgm:spPr/>
    </dgm:pt>
    <dgm:pt modelId="{B65E6CAE-7C9A-49EC-A76E-F726D9AC2B2A}" type="pres">
      <dgm:prSet presAssocID="{1757B71F-DD7E-4D1F-866D-800B2AD061C9}" presName="hierChild3" presStyleCnt="0"/>
      <dgm:spPr/>
    </dgm:pt>
    <dgm:pt modelId="{2754E909-E165-4E2C-BD5F-09B49E20E0DF}" type="pres">
      <dgm:prSet presAssocID="{BDA92C7A-D772-40FD-9862-918042360646}" presName="Name17" presStyleLbl="parChTrans1D3" presStyleIdx="3" presStyleCnt="4"/>
      <dgm:spPr/>
    </dgm:pt>
    <dgm:pt modelId="{403D2ACE-9387-4B4F-B225-753826A2EDB0}" type="pres">
      <dgm:prSet presAssocID="{3489C17B-F1A0-4363-906D-29D533EACACB}" presName="hierRoot3" presStyleCnt="0"/>
      <dgm:spPr/>
    </dgm:pt>
    <dgm:pt modelId="{9AFD3844-94E4-4992-AAC8-177818A2B872}" type="pres">
      <dgm:prSet presAssocID="{3489C17B-F1A0-4363-906D-29D533EACACB}" presName="composite3" presStyleCnt="0"/>
      <dgm:spPr/>
    </dgm:pt>
    <dgm:pt modelId="{CEF0714C-CA3B-45E1-9A8B-F254727FAC86}" type="pres">
      <dgm:prSet presAssocID="{3489C17B-F1A0-4363-906D-29D533EACACB}" presName="background3" presStyleLbl="node3" presStyleIdx="3" presStyleCnt="4"/>
      <dgm:spPr/>
    </dgm:pt>
    <dgm:pt modelId="{A69DDEE0-DC41-4364-874D-2583222E4CCC}" type="pres">
      <dgm:prSet presAssocID="{3489C17B-F1A0-4363-906D-29D533EACACB}" presName="text3" presStyleLbl="fgAcc3" presStyleIdx="3" presStyleCnt="4">
        <dgm:presLayoutVars>
          <dgm:chPref val="3"/>
        </dgm:presLayoutVars>
      </dgm:prSet>
      <dgm:spPr/>
    </dgm:pt>
    <dgm:pt modelId="{CE749DDC-D400-44CF-AD1E-AEA3E25B9E96}" type="pres">
      <dgm:prSet presAssocID="{3489C17B-F1A0-4363-906D-29D533EACACB}" presName="hierChild4" presStyleCnt="0"/>
      <dgm:spPr/>
    </dgm:pt>
    <dgm:pt modelId="{9059DD1F-74B1-4BAF-AFFF-084F07EEABFC}" type="pres">
      <dgm:prSet presAssocID="{51925C78-0841-43C7-8BA3-254F7C044154}" presName="Name23" presStyleLbl="parChTrans1D4" presStyleIdx="5" presStyleCnt="6"/>
      <dgm:spPr/>
    </dgm:pt>
    <dgm:pt modelId="{F9EF5AEE-7648-45DA-BF77-5DE5E380E58C}" type="pres">
      <dgm:prSet presAssocID="{D72EB8AB-47C3-47AA-BD04-2A633BB907F9}" presName="hierRoot4" presStyleCnt="0"/>
      <dgm:spPr/>
    </dgm:pt>
    <dgm:pt modelId="{C0C5030B-320D-4A4A-8B87-61285E606F02}" type="pres">
      <dgm:prSet presAssocID="{D72EB8AB-47C3-47AA-BD04-2A633BB907F9}" presName="composite4" presStyleCnt="0"/>
      <dgm:spPr/>
    </dgm:pt>
    <dgm:pt modelId="{B1F31185-6981-4557-8A77-42B19539D17A}" type="pres">
      <dgm:prSet presAssocID="{D72EB8AB-47C3-47AA-BD04-2A633BB907F9}" presName="background4" presStyleLbl="node4" presStyleIdx="5" presStyleCnt="6"/>
      <dgm:spPr/>
    </dgm:pt>
    <dgm:pt modelId="{3B119027-9FF6-4D0A-B86C-315AF093A0C9}" type="pres">
      <dgm:prSet presAssocID="{D72EB8AB-47C3-47AA-BD04-2A633BB907F9}" presName="text4" presStyleLbl="fgAcc4" presStyleIdx="5" presStyleCnt="6">
        <dgm:presLayoutVars>
          <dgm:chPref val="3"/>
        </dgm:presLayoutVars>
      </dgm:prSet>
      <dgm:spPr/>
    </dgm:pt>
    <dgm:pt modelId="{1B1356D8-D21B-4E38-9D0D-9EF2E53B4DF8}" type="pres">
      <dgm:prSet presAssocID="{D72EB8AB-47C3-47AA-BD04-2A633BB907F9}" presName="hierChild5" presStyleCnt="0"/>
      <dgm:spPr/>
    </dgm:pt>
  </dgm:ptLst>
  <dgm:cxnLst>
    <dgm:cxn modelId="{B3964306-5E78-410D-BA21-47C288948B1A}" type="presOf" srcId="{CAD4BD4C-D3C2-43B2-A404-691F8D1CDF6A}" destId="{8777DD49-F050-4066-9935-FCE33EC3944C}" srcOrd="0" destOrd="0" presId="urn:microsoft.com/office/officeart/2005/8/layout/hierarchy1"/>
    <dgm:cxn modelId="{BDD21007-8384-4AD3-BC7B-CC01C1399452}" type="presOf" srcId="{8743CC54-00A4-4A5D-AAE8-2BF5F4742182}" destId="{3D9147C8-1B03-40AB-AB98-E012CE71707A}" srcOrd="0" destOrd="0" presId="urn:microsoft.com/office/officeart/2005/8/layout/hierarchy1"/>
    <dgm:cxn modelId="{D1C7480A-ED05-4FC0-BD6C-36E8C19C6720}" srcId="{6167DFCC-408E-41B9-9D50-263F1FAA58DD}" destId="{EC3FE3A6-D9A0-41C3-BE05-1A5D65A265EC}" srcOrd="1" destOrd="0" parTransId="{0F99CEC4-DFCD-4B9F-A40D-63C00A3507B1}" sibTransId="{49DFC42A-FC1F-4E27-A57C-839B740123F9}"/>
    <dgm:cxn modelId="{9AB2070B-7AE9-4F31-B3AD-B22B3BF4F9BD}" type="presOf" srcId="{64CB7BCB-9909-4B72-8B76-50FD2FBF5B54}" destId="{D0F1FE5B-5170-4B9F-BB04-FE8FC8CDF1ED}" srcOrd="0" destOrd="0" presId="urn:microsoft.com/office/officeart/2005/8/layout/hierarchy1"/>
    <dgm:cxn modelId="{8DEB2621-C14D-47AE-9727-BBECF1676CEC}" type="presOf" srcId="{8B095CDB-0840-4EF5-B81D-0E3D927FE170}" destId="{DA90EB0D-A18B-4C3C-B946-86431DE0A9D3}" srcOrd="0" destOrd="0" presId="urn:microsoft.com/office/officeart/2005/8/layout/hierarchy1"/>
    <dgm:cxn modelId="{D46B402B-24B5-455B-8041-D8C63206AEC4}" type="presOf" srcId="{CE039873-57FC-435F-86FB-575270F2469D}" destId="{EE61A468-8885-4613-BE30-747F2FEC5842}" srcOrd="0" destOrd="0" presId="urn:microsoft.com/office/officeart/2005/8/layout/hierarchy1"/>
    <dgm:cxn modelId="{378EF62C-3324-4246-B780-2ADBE3224AAF}" type="presOf" srcId="{1757B71F-DD7E-4D1F-866D-800B2AD061C9}" destId="{BA37C6CF-3E69-443F-8079-71BF014FF695}" srcOrd="0" destOrd="0" presId="urn:microsoft.com/office/officeart/2005/8/layout/hierarchy1"/>
    <dgm:cxn modelId="{AEFCB335-9F99-443E-AD5D-397F4CDA7659}" srcId="{D7031986-B3A8-41A1-AF2F-6DCEA9139D88}" destId="{D0DE2B8B-12AB-4D89-8051-5AF127588226}" srcOrd="0" destOrd="0" parTransId="{7794D18B-AF44-482E-A243-01428651435F}" sibTransId="{960C80FE-69E9-4AAD-9A79-C9A6D0F0D644}"/>
    <dgm:cxn modelId="{51AE1837-CE81-4300-968E-4AAA9586F3FB}" type="presOf" srcId="{01105076-222D-4185-AA1A-A957996D4A57}" destId="{4F8FCF8A-A082-4152-B671-6FB57AB28129}" srcOrd="0" destOrd="0" presId="urn:microsoft.com/office/officeart/2005/8/layout/hierarchy1"/>
    <dgm:cxn modelId="{7CB74B37-A147-4627-8375-FCEA7930FBAF}" srcId="{FE3F17C9-6F7B-41EE-93FD-A67CB6DCCF14}" destId="{6167DFCC-408E-41B9-9D50-263F1FAA58DD}" srcOrd="0" destOrd="0" parTransId="{3D82142C-A0E3-4141-B45B-4E5F33DCDCF7}" sibTransId="{315ADA37-F2FD-4CB6-80F0-93AB8105C545}"/>
    <dgm:cxn modelId="{2CC1DD3F-510B-4AF4-AB72-52B47870EE1D}" type="presOf" srcId="{0292DAF7-2006-447D-AF5D-0C854EA51DF1}" destId="{35A2B495-56A5-4229-8218-170C78C78BB3}" srcOrd="0" destOrd="0" presId="urn:microsoft.com/office/officeart/2005/8/layout/hierarchy1"/>
    <dgm:cxn modelId="{A95B9460-B37F-49C2-B5C2-A56D0CAEE4C8}" srcId="{6167DFCC-408E-41B9-9D50-263F1FAA58DD}" destId="{1757B71F-DD7E-4D1F-866D-800B2AD061C9}" srcOrd="3" destOrd="0" parTransId="{94C6A7BF-9C30-4821-A36E-489F6F4BA29B}" sibTransId="{D71BAE0D-4319-48EC-97D6-00C82A8DB27B}"/>
    <dgm:cxn modelId="{CB5E5741-3841-4ABD-8A0B-13CEB8F7EEB3}" type="presOf" srcId="{D72EB8AB-47C3-47AA-BD04-2A633BB907F9}" destId="{3B119027-9FF6-4D0A-B86C-315AF093A0C9}" srcOrd="0" destOrd="0" presId="urn:microsoft.com/office/officeart/2005/8/layout/hierarchy1"/>
    <dgm:cxn modelId="{88AABA61-3E40-4BDA-8AD5-B685CE1DDE84}" srcId="{09049587-A960-41DE-ACA1-D0A54A806B99}" destId="{8858A47A-DAB6-46DC-8747-69D91083041E}" srcOrd="0" destOrd="0" parTransId="{CAD4BD4C-D3C2-43B2-A404-691F8D1CDF6A}" sibTransId="{565A920E-9B5D-4140-AAEE-0F9329EB60F0}"/>
    <dgm:cxn modelId="{CF933442-CF76-4F1F-A758-215040E8E6AE}" srcId="{1757B71F-DD7E-4D1F-866D-800B2AD061C9}" destId="{3489C17B-F1A0-4363-906D-29D533EACACB}" srcOrd="0" destOrd="0" parTransId="{BDA92C7A-D772-40FD-9862-918042360646}" sibTransId="{719D019D-80E1-4814-9556-F1FFDBEF88C8}"/>
    <dgm:cxn modelId="{08179350-BDAA-4A0F-81CD-8B59398A7193}" type="presOf" srcId="{CA7334C0-8BBD-4686-AADF-EF99A95B3EBD}" destId="{AC6B7E1D-B634-4C07-8444-30FED98C80A5}" srcOrd="0" destOrd="0" presId="urn:microsoft.com/office/officeart/2005/8/layout/hierarchy1"/>
    <dgm:cxn modelId="{E0199071-90F7-4EF5-8F61-11DA003869F7}" type="presOf" srcId="{EC3FE3A6-D9A0-41C3-BE05-1A5D65A265EC}" destId="{D77BB4E1-40BD-445A-849C-489D3A0EA220}" srcOrd="0" destOrd="0" presId="urn:microsoft.com/office/officeart/2005/8/layout/hierarchy1"/>
    <dgm:cxn modelId="{B32B0272-9F12-4E36-A7BD-1776187615B4}" type="presOf" srcId="{6167DFCC-408E-41B9-9D50-263F1FAA58DD}" destId="{7DC70643-5669-4CCD-BBA7-C21311138E54}" srcOrd="0" destOrd="0" presId="urn:microsoft.com/office/officeart/2005/8/layout/hierarchy1"/>
    <dgm:cxn modelId="{5F596D72-7F6B-4515-A71A-5A1709EA63FE}" type="presOf" srcId="{BDA92C7A-D772-40FD-9862-918042360646}" destId="{2754E909-E165-4E2C-BD5F-09B49E20E0DF}" srcOrd="0" destOrd="0" presId="urn:microsoft.com/office/officeart/2005/8/layout/hierarchy1"/>
    <dgm:cxn modelId="{67E1EB59-F942-4BF1-A133-E4F713D20328}" type="presOf" srcId="{51925C78-0841-43C7-8BA3-254F7C044154}" destId="{9059DD1F-74B1-4BAF-AFFF-084F07EEABFC}" srcOrd="0" destOrd="0" presId="urn:microsoft.com/office/officeart/2005/8/layout/hierarchy1"/>
    <dgm:cxn modelId="{CF037E7A-57AB-424B-9A2C-BD07A43FB945}" type="presOf" srcId="{3489C17B-F1A0-4363-906D-29D533EACACB}" destId="{A69DDEE0-DC41-4364-874D-2583222E4CCC}" srcOrd="0" destOrd="0" presId="urn:microsoft.com/office/officeart/2005/8/layout/hierarchy1"/>
    <dgm:cxn modelId="{43C2B47B-F886-40BB-8E5A-263CF5D6502E}" type="presOf" srcId="{09607D6A-BC5C-4AEF-AF7C-E086F5E76975}" destId="{D4604FE2-9255-476D-A429-5B9149354244}" srcOrd="0" destOrd="0" presId="urn:microsoft.com/office/officeart/2005/8/layout/hierarchy1"/>
    <dgm:cxn modelId="{4B730A84-15C8-4682-9A69-F15BE016A5D8}" srcId="{3489C17B-F1A0-4363-906D-29D533EACACB}" destId="{D72EB8AB-47C3-47AA-BD04-2A633BB907F9}" srcOrd="0" destOrd="0" parTransId="{51925C78-0841-43C7-8BA3-254F7C044154}" sibTransId="{D0D2B6C5-5674-416A-B188-1BCFDFE4648C}"/>
    <dgm:cxn modelId="{5CFE6184-BB2F-4D4E-BAD0-DF617452544C}" srcId="{6167DFCC-408E-41B9-9D50-263F1FAA58DD}" destId="{68D376CA-36E3-4531-9648-CF289D3FA40E}" srcOrd="2" destOrd="0" parTransId="{8B095CDB-0840-4EF5-B81D-0E3D927FE170}" sibTransId="{E7FF6CD6-84F5-4283-A9C2-947B5B666240}"/>
    <dgm:cxn modelId="{CEC49F86-5F83-45D8-8228-3517960CF42B}" type="presOf" srcId="{93748519-DD50-446D-AA32-AF4CE469BD72}" destId="{896BDA8D-4AAE-4A9C-9D3E-0AD65D049751}" srcOrd="0" destOrd="0" presId="urn:microsoft.com/office/officeart/2005/8/layout/hierarchy1"/>
    <dgm:cxn modelId="{68C4D191-CCC4-4C47-8B71-10FBCB26E79B}" srcId="{EC3FE3A6-D9A0-41C3-BE05-1A5D65A265EC}" destId="{CE039873-57FC-435F-86FB-575270F2469D}" srcOrd="0" destOrd="0" parTransId="{0A497D38-3CF7-4CA3-8D3D-D91C723A38BB}" sibTransId="{28053E13-432D-498F-A3ED-E841E06577FC}"/>
    <dgm:cxn modelId="{78EA3696-3961-4A15-BA60-946F2B61E074}" type="presOf" srcId="{FE3F17C9-6F7B-41EE-93FD-A67CB6DCCF14}" destId="{771E2745-6812-4C53-85FF-7C2383903BEB}" srcOrd="0" destOrd="0" presId="urn:microsoft.com/office/officeart/2005/8/layout/hierarchy1"/>
    <dgm:cxn modelId="{DDB38598-E5C9-414D-A820-A5E5CECAEECD}" srcId="{64CB7BCB-9909-4B72-8B76-50FD2FBF5B54}" destId="{D7031986-B3A8-41A1-AF2F-6DCEA9139D88}" srcOrd="0" destOrd="0" parTransId="{93748519-DD50-446D-AA32-AF4CE469BD72}" sibTransId="{E328BB66-E913-405A-86FA-F7ACC21B8344}"/>
    <dgm:cxn modelId="{539E21A1-141E-4B1A-9276-8A0795B70274}" type="presOf" srcId="{09049587-A960-41DE-ACA1-D0A54A806B99}" destId="{56FDE591-1B99-4C99-AB36-0B60D1EA5E55}" srcOrd="0" destOrd="0" presId="urn:microsoft.com/office/officeart/2005/8/layout/hierarchy1"/>
    <dgm:cxn modelId="{CAFB7EA5-478A-4EF8-93ED-6BB5FE4A06D1}" type="presOf" srcId="{D7031986-B3A8-41A1-AF2F-6DCEA9139D88}" destId="{5789405C-BA8D-41F6-A021-8C0A6EDDF3F5}" srcOrd="0" destOrd="0" presId="urn:microsoft.com/office/officeart/2005/8/layout/hierarchy1"/>
    <dgm:cxn modelId="{46585CB7-35A4-41AF-BF30-5093FF8C977C}" srcId="{8858A47A-DAB6-46DC-8747-69D91083041E}" destId="{C22C64ED-6D50-4A75-8345-40D74793C8CD}" srcOrd="0" destOrd="0" parTransId="{01105076-222D-4185-AA1A-A957996D4A57}" sibTransId="{ECAFECFC-A414-47BA-8D3F-45D70A61D6F4}"/>
    <dgm:cxn modelId="{12F46AB7-0697-4CDF-8673-77C67FE796BB}" srcId="{CE039873-57FC-435F-86FB-575270F2469D}" destId="{8743CC54-00A4-4A5D-AAE8-2BF5F4742182}" srcOrd="0" destOrd="0" parTransId="{09607D6A-BC5C-4AEF-AF7C-E086F5E76975}" sibTransId="{67DC44B0-CF37-460F-B911-6973F621E9D0}"/>
    <dgm:cxn modelId="{CDB34CB8-83C2-4861-BDBA-C89F3C8394E1}" type="presOf" srcId="{7794D18B-AF44-482E-A243-01428651435F}" destId="{1B87B66F-1472-442D-BC7B-53CB16A9AE78}" srcOrd="0" destOrd="0" presId="urn:microsoft.com/office/officeart/2005/8/layout/hierarchy1"/>
    <dgm:cxn modelId="{BD7E3FC0-4438-4873-AF9F-3C57625F8A59}" type="presOf" srcId="{C22C64ED-6D50-4A75-8345-40D74793C8CD}" destId="{6A0B233B-3A13-4E87-845E-6FC2E078F57C}" srcOrd="0" destOrd="0" presId="urn:microsoft.com/office/officeart/2005/8/layout/hierarchy1"/>
    <dgm:cxn modelId="{9395B7CB-EF11-469C-8C6E-47B84F5C722A}" srcId="{68D376CA-36E3-4531-9648-CF289D3FA40E}" destId="{09049587-A960-41DE-ACA1-D0A54A806B99}" srcOrd="0" destOrd="0" parTransId="{782190C9-9CAD-4194-B589-EDAA2DCAF864}" sibTransId="{670FB1FD-E726-4951-B694-A862F9207DE5}"/>
    <dgm:cxn modelId="{84E9D2D5-2189-4965-B2A4-FC20B048BB2F}" type="presOf" srcId="{D0DE2B8B-12AB-4D89-8051-5AF127588226}" destId="{85193268-6CFF-42FB-A5C4-0AED230EE0B4}" srcOrd="0" destOrd="0" presId="urn:microsoft.com/office/officeart/2005/8/layout/hierarchy1"/>
    <dgm:cxn modelId="{D516F1DA-086B-4568-9DE7-F62E2683CF92}" type="presOf" srcId="{0A497D38-3CF7-4CA3-8D3D-D91C723A38BB}" destId="{9A02817B-DACD-4E12-94C0-13389462881F}" srcOrd="0" destOrd="0" presId="urn:microsoft.com/office/officeart/2005/8/layout/hierarchy1"/>
    <dgm:cxn modelId="{A5D880E0-DC0C-4A5B-A5A1-7E3C80227AC4}" type="presOf" srcId="{0F99CEC4-DFCD-4B9F-A40D-63C00A3507B1}" destId="{68F75BF4-7BEC-48DB-81AF-6F68DC8B970B}" srcOrd="0" destOrd="0" presId="urn:microsoft.com/office/officeart/2005/8/layout/hierarchy1"/>
    <dgm:cxn modelId="{F6459FE6-89B6-4591-B66C-8AF5B5E82040}" type="presOf" srcId="{B7301236-2A0C-4512-AD1A-AF3117ADD8B0}" destId="{DA8E2E35-1BB8-4EE1-A268-5673D6823304}" srcOrd="0" destOrd="0" presId="urn:microsoft.com/office/officeart/2005/8/layout/hierarchy1"/>
    <dgm:cxn modelId="{D5AEB3E7-51B3-4985-8DDD-1114518FC3AD}" srcId="{D0DE2B8B-12AB-4D89-8051-5AF127588226}" destId="{0292DAF7-2006-447D-AF5D-0C854EA51DF1}" srcOrd="0" destOrd="0" parTransId="{CA7334C0-8BBD-4686-AADF-EF99A95B3EBD}" sibTransId="{F1D8369E-C64B-4774-B666-98D51602F6B5}"/>
    <dgm:cxn modelId="{5AD75EE9-4465-4B3A-B52C-BBB99F3E10DD}" type="presOf" srcId="{8858A47A-DAB6-46DC-8747-69D91083041E}" destId="{0569D093-B4B7-4F45-9922-BFB493BBFFA7}" srcOrd="0" destOrd="0" presId="urn:microsoft.com/office/officeart/2005/8/layout/hierarchy1"/>
    <dgm:cxn modelId="{C20073F1-C97D-4E99-9C1B-6F7430624157}" srcId="{6167DFCC-408E-41B9-9D50-263F1FAA58DD}" destId="{64CB7BCB-9909-4B72-8B76-50FD2FBF5B54}" srcOrd="0" destOrd="0" parTransId="{B7301236-2A0C-4512-AD1A-AF3117ADD8B0}" sibTransId="{358C7565-B03E-42F4-9A2F-D258AA0B09A1}"/>
    <dgm:cxn modelId="{BC2503F2-231F-47CA-946C-0FBB05557D71}" type="presOf" srcId="{782190C9-9CAD-4194-B589-EDAA2DCAF864}" destId="{C3460952-CA5E-43F2-ACB3-127A23EE66A3}" srcOrd="0" destOrd="0" presId="urn:microsoft.com/office/officeart/2005/8/layout/hierarchy1"/>
    <dgm:cxn modelId="{208DAFFC-3CF1-441A-BDE8-54ACF87A8548}" type="presOf" srcId="{68D376CA-36E3-4531-9648-CF289D3FA40E}" destId="{3B360C18-3584-4D09-AB0E-29EFCFEE7EF4}" srcOrd="0" destOrd="0" presId="urn:microsoft.com/office/officeart/2005/8/layout/hierarchy1"/>
    <dgm:cxn modelId="{A453E4FE-3275-4DEA-9C97-7C31D012405D}" type="presOf" srcId="{94C6A7BF-9C30-4821-A36E-489F6F4BA29B}" destId="{13A7FA83-54A0-41CB-B0E1-CE28BA19AC29}" srcOrd="0" destOrd="0" presId="urn:microsoft.com/office/officeart/2005/8/layout/hierarchy1"/>
    <dgm:cxn modelId="{1950B259-C7A3-4EBD-AE41-BA2E87B3CDD5}" type="presParOf" srcId="{771E2745-6812-4C53-85FF-7C2383903BEB}" destId="{527871AA-50BA-48B7-A6B4-F0EE643C8AE7}" srcOrd="0" destOrd="0" presId="urn:microsoft.com/office/officeart/2005/8/layout/hierarchy1"/>
    <dgm:cxn modelId="{B7414CD1-7E87-495E-935D-54182FA1A7ED}" type="presParOf" srcId="{527871AA-50BA-48B7-A6B4-F0EE643C8AE7}" destId="{C6D46360-3B96-4F54-B2E8-8359CBAB8BB1}" srcOrd="0" destOrd="0" presId="urn:microsoft.com/office/officeart/2005/8/layout/hierarchy1"/>
    <dgm:cxn modelId="{EECB1C14-F5BC-4E09-B789-70A9BF407F2B}" type="presParOf" srcId="{C6D46360-3B96-4F54-B2E8-8359CBAB8BB1}" destId="{E7BE2D05-0807-403A-B9AA-16A6CC6AEAE3}" srcOrd="0" destOrd="0" presId="urn:microsoft.com/office/officeart/2005/8/layout/hierarchy1"/>
    <dgm:cxn modelId="{7CEC7D05-7707-459B-AE4D-A2AC34378150}" type="presParOf" srcId="{C6D46360-3B96-4F54-B2E8-8359CBAB8BB1}" destId="{7DC70643-5669-4CCD-BBA7-C21311138E54}" srcOrd="1" destOrd="0" presId="urn:microsoft.com/office/officeart/2005/8/layout/hierarchy1"/>
    <dgm:cxn modelId="{E1D9C354-D78C-4A7B-BE66-71DC11D72469}" type="presParOf" srcId="{527871AA-50BA-48B7-A6B4-F0EE643C8AE7}" destId="{24119786-C105-499F-901D-564B2309AE1D}" srcOrd="1" destOrd="0" presId="urn:microsoft.com/office/officeart/2005/8/layout/hierarchy1"/>
    <dgm:cxn modelId="{ECF4F486-1CBE-447C-901F-89002F4F3891}" type="presParOf" srcId="{24119786-C105-499F-901D-564B2309AE1D}" destId="{DA8E2E35-1BB8-4EE1-A268-5673D6823304}" srcOrd="0" destOrd="0" presId="urn:microsoft.com/office/officeart/2005/8/layout/hierarchy1"/>
    <dgm:cxn modelId="{D85B6A65-3974-4A6C-A215-707D46865D85}" type="presParOf" srcId="{24119786-C105-499F-901D-564B2309AE1D}" destId="{5E6DB89B-6569-466D-B8E1-B8DE15377FDD}" srcOrd="1" destOrd="0" presId="urn:microsoft.com/office/officeart/2005/8/layout/hierarchy1"/>
    <dgm:cxn modelId="{FEB66E68-D7AE-45B8-B177-929B25AB0061}" type="presParOf" srcId="{5E6DB89B-6569-466D-B8E1-B8DE15377FDD}" destId="{16686958-2C4B-409A-9151-353D2D3687D8}" srcOrd="0" destOrd="0" presId="urn:microsoft.com/office/officeart/2005/8/layout/hierarchy1"/>
    <dgm:cxn modelId="{DF931738-1FE1-4751-8F42-BCC524AC62EA}" type="presParOf" srcId="{16686958-2C4B-409A-9151-353D2D3687D8}" destId="{2F217AE3-DB8A-4692-9F65-162722972F85}" srcOrd="0" destOrd="0" presId="urn:microsoft.com/office/officeart/2005/8/layout/hierarchy1"/>
    <dgm:cxn modelId="{AF042D4C-FAA4-4BB6-9DD2-5C8E910D094F}" type="presParOf" srcId="{16686958-2C4B-409A-9151-353D2D3687D8}" destId="{D0F1FE5B-5170-4B9F-BB04-FE8FC8CDF1ED}" srcOrd="1" destOrd="0" presId="urn:microsoft.com/office/officeart/2005/8/layout/hierarchy1"/>
    <dgm:cxn modelId="{E8F4CE95-7467-464D-847D-9517C6CCBA08}" type="presParOf" srcId="{5E6DB89B-6569-466D-B8E1-B8DE15377FDD}" destId="{36E2967D-272F-497B-A8AB-79B1A5719EFC}" srcOrd="1" destOrd="0" presId="urn:microsoft.com/office/officeart/2005/8/layout/hierarchy1"/>
    <dgm:cxn modelId="{2B2BC5B5-272E-4786-A902-09B7A2B8FBAF}" type="presParOf" srcId="{36E2967D-272F-497B-A8AB-79B1A5719EFC}" destId="{896BDA8D-4AAE-4A9C-9D3E-0AD65D049751}" srcOrd="0" destOrd="0" presId="urn:microsoft.com/office/officeart/2005/8/layout/hierarchy1"/>
    <dgm:cxn modelId="{FFACF96B-0683-402B-A1EC-074BF485B9FA}" type="presParOf" srcId="{36E2967D-272F-497B-A8AB-79B1A5719EFC}" destId="{FFAB4001-1D9D-4124-AB7C-20986476E097}" srcOrd="1" destOrd="0" presId="urn:microsoft.com/office/officeart/2005/8/layout/hierarchy1"/>
    <dgm:cxn modelId="{C7ADBAF2-4F22-4FEB-898D-57A6993334C8}" type="presParOf" srcId="{FFAB4001-1D9D-4124-AB7C-20986476E097}" destId="{D38F9319-352A-4C86-AF20-7F980432F36D}" srcOrd="0" destOrd="0" presId="urn:microsoft.com/office/officeart/2005/8/layout/hierarchy1"/>
    <dgm:cxn modelId="{F329F5D2-CD3E-47F4-8A5B-770074D4F84C}" type="presParOf" srcId="{D38F9319-352A-4C86-AF20-7F980432F36D}" destId="{0FEA023E-44C7-4280-B923-22491A4C838D}" srcOrd="0" destOrd="0" presId="urn:microsoft.com/office/officeart/2005/8/layout/hierarchy1"/>
    <dgm:cxn modelId="{466325E6-B809-483C-9D40-8EA5EA27D1C2}" type="presParOf" srcId="{D38F9319-352A-4C86-AF20-7F980432F36D}" destId="{5789405C-BA8D-41F6-A021-8C0A6EDDF3F5}" srcOrd="1" destOrd="0" presId="urn:microsoft.com/office/officeart/2005/8/layout/hierarchy1"/>
    <dgm:cxn modelId="{70DF8F98-D66C-4785-A2DB-5DFBD5A33686}" type="presParOf" srcId="{FFAB4001-1D9D-4124-AB7C-20986476E097}" destId="{2C295E11-484E-4809-9E49-90325A6272D4}" srcOrd="1" destOrd="0" presId="urn:microsoft.com/office/officeart/2005/8/layout/hierarchy1"/>
    <dgm:cxn modelId="{091766B0-63A6-4A57-A6E8-D007EDB23B6E}" type="presParOf" srcId="{2C295E11-484E-4809-9E49-90325A6272D4}" destId="{1B87B66F-1472-442D-BC7B-53CB16A9AE78}" srcOrd="0" destOrd="0" presId="urn:microsoft.com/office/officeart/2005/8/layout/hierarchy1"/>
    <dgm:cxn modelId="{B44A1ECD-EFCD-4591-A3D4-773AE7C431E6}" type="presParOf" srcId="{2C295E11-484E-4809-9E49-90325A6272D4}" destId="{24D97517-184C-4ACE-9471-6EC3FD26F464}" srcOrd="1" destOrd="0" presId="urn:microsoft.com/office/officeart/2005/8/layout/hierarchy1"/>
    <dgm:cxn modelId="{3FBBAAD1-D91E-43C6-93B5-5CE7D3F0DD77}" type="presParOf" srcId="{24D97517-184C-4ACE-9471-6EC3FD26F464}" destId="{4659E7EF-E3A4-4077-ACFA-5DCA2E0302C2}" srcOrd="0" destOrd="0" presId="urn:microsoft.com/office/officeart/2005/8/layout/hierarchy1"/>
    <dgm:cxn modelId="{9AC2E447-0491-4B52-8CD8-EE5B247570FC}" type="presParOf" srcId="{4659E7EF-E3A4-4077-ACFA-5DCA2E0302C2}" destId="{30923FB6-4792-42EE-850D-D6B5AF0D4F18}" srcOrd="0" destOrd="0" presId="urn:microsoft.com/office/officeart/2005/8/layout/hierarchy1"/>
    <dgm:cxn modelId="{0BD4E49E-0B0D-4650-81C8-18A3FB98BFE3}" type="presParOf" srcId="{4659E7EF-E3A4-4077-ACFA-5DCA2E0302C2}" destId="{85193268-6CFF-42FB-A5C4-0AED230EE0B4}" srcOrd="1" destOrd="0" presId="urn:microsoft.com/office/officeart/2005/8/layout/hierarchy1"/>
    <dgm:cxn modelId="{84CE5600-91B4-4447-9C7E-32DA17155AEB}" type="presParOf" srcId="{24D97517-184C-4ACE-9471-6EC3FD26F464}" destId="{FCF6AC1F-439A-4C6B-9D14-50E9D5A0549E}" srcOrd="1" destOrd="0" presId="urn:microsoft.com/office/officeart/2005/8/layout/hierarchy1"/>
    <dgm:cxn modelId="{DC6952A4-A658-4B3E-8DDA-96CB28EF39B0}" type="presParOf" srcId="{FCF6AC1F-439A-4C6B-9D14-50E9D5A0549E}" destId="{AC6B7E1D-B634-4C07-8444-30FED98C80A5}" srcOrd="0" destOrd="0" presId="urn:microsoft.com/office/officeart/2005/8/layout/hierarchy1"/>
    <dgm:cxn modelId="{91CC1401-4C52-4EC4-9ABE-FF821C1362A2}" type="presParOf" srcId="{FCF6AC1F-439A-4C6B-9D14-50E9D5A0549E}" destId="{E94489F4-6E24-40A7-B34E-E6C0D76E5648}" srcOrd="1" destOrd="0" presId="urn:microsoft.com/office/officeart/2005/8/layout/hierarchy1"/>
    <dgm:cxn modelId="{70AA91C0-357C-4445-B873-298A961F29AE}" type="presParOf" srcId="{E94489F4-6E24-40A7-B34E-E6C0D76E5648}" destId="{4140148E-B4AC-4488-B5C4-00E6364D65C1}" srcOrd="0" destOrd="0" presId="urn:microsoft.com/office/officeart/2005/8/layout/hierarchy1"/>
    <dgm:cxn modelId="{B2BED899-8A13-41B0-8FC2-88B5C4C2FF30}" type="presParOf" srcId="{4140148E-B4AC-4488-B5C4-00E6364D65C1}" destId="{42E82622-2EC4-4CFD-97DD-B621A0385256}" srcOrd="0" destOrd="0" presId="urn:microsoft.com/office/officeart/2005/8/layout/hierarchy1"/>
    <dgm:cxn modelId="{96DC2D4F-AA65-4B3E-8C14-F44E06B8B07C}" type="presParOf" srcId="{4140148E-B4AC-4488-B5C4-00E6364D65C1}" destId="{35A2B495-56A5-4229-8218-170C78C78BB3}" srcOrd="1" destOrd="0" presId="urn:microsoft.com/office/officeart/2005/8/layout/hierarchy1"/>
    <dgm:cxn modelId="{F5F9FBD7-41E3-457B-8B07-B1277B7B8E85}" type="presParOf" srcId="{E94489F4-6E24-40A7-B34E-E6C0D76E5648}" destId="{611D63E5-476F-4474-964B-21AE73ED5E2F}" srcOrd="1" destOrd="0" presId="urn:microsoft.com/office/officeart/2005/8/layout/hierarchy1"/>
    <dgm:cxn modelId="{A432E58D-9FFC-48A9-95DB-ADCD4FCD9DF3}" type="presParOf" srcId="{24119786-C105-499F-901D-564B2309AE1D}" destId="{68F75BF4-7BEC-48DB-81AF-6F68DC8B970B}" srcOrd="2" destOrd="0" presId="urn:microsoft.com/office/officeart/2005/8/layout/hierarchy1"/>
    <dgm:cxn modelId="{327CA672-01A5-4CD4-93C3-B9120A6B324B}" type="presParOf" srcId="{24119786-C105-499F-901D-564B2309AE1D}" destId="{F9B0C9A0-D6A8-499F-A89B-1671DF682CD2}" srcOrd="3" destOrd="0" presId="urn:microsoft.com/office/officeart/2005/8/layout/hierarchy1"/>
    <dgm:cxn modelId="{51F34C0C-5C9C-4480-B829-724C0C0DFC00}" type="presParOf" srcId="{F9B0C9A0-D6A8-499F-A89B-1671DF682CD2}" destId="{74A62190-D228-4809-813D-B474F4397355}" srcOrd="0" destOrd="0" presId="urn:microsoft.com/office/officeart/2005/8/layout/hierarchy1"/>
    <dgm:cxn modelId="{0DF52DA5-94DB-4369-8597-3FBC43576F5C}" type="presParOf" srcId="{74A62190-D228-4809-813D-B474F4397355}" destId="{9CF499F1-EB5D-4E7B-9BF1-02CF49042A36}" srcOrd="0" destOrd="0" presId="urn:microsoft.com/office/officeart/2005/8/layout/hierarchy1"/>
    <dgm:cxn modelId="{928315C3-484D-4792-948E-9629100D29E4}" type="presParOf" srcId="{74A62190-D228-4809-813D-B474F4397355}" destId="{D77BB4E1-40BD-445A-849C-489D3A0EA220}" srcOrd="1" destOrd="0" presId="urn:microsoft.com/office/officeart/2005/8/layout/hierarchy1"/>
    <dgm:cxn modelId="{5F3C7C98-1AD5-4107-8819-957DE8A34337}" type="presParOf" srcId="{F9B0C9A0-D6A8-499F-A89B-1671DF682CD2}" destId="{D51C8915-D54F-40F8-ACA9-A8D58838659D}" srcOrd="1" destOrd="0" presId="urn:microsoft.com/office/officeart/2005/8/layout/hierarchy1"/>
    <dgm:cxn modelId="{064E6784-D139-493A-BBE8-9E8E53F59C97}" type="presParOf" srcId="{D51C8915-D54F-40F8-ACA9-A8D58838659D}" destId="{9A02817B-DACD-4E12-94C0-13389462881F}" srcOrd="0" destOrd="0" presId="urn:microsoft.com/office/officeart/2005/8/layout/hierarchy1"/>
    <dgm:cxn modelId="{51094212-2ECD-4FEF-8C42-2648882FFEBC}" type="presParOf" srcId="{D51C8915-D54F-40F8-ACA9-A8D58838659D}" destId="{70EE785C-8D6F-45E5-BE1C-EF7D8CA947D1}" srcOrd="1" destOrd="0" presId="urn:microsoft.com/office/officeart/2005/8/layout/hierarchy1"/>
    <dgm:cxn modelId="{0554B719-F128-4A10-8687-C71E38FE5A11}" type="presParOf" srcId="{70EE785C-8D6F-45E5-BE1C-EF7D8CA947D1}" destId="{53CCC742-F53A-4782-8A84-3E277F1180F1}" srcOrd="0" destOrd="0" presId="urn:microsoft.com/office/officeart/2005/8/layout/hierarchy1"/>
    <dgm:cxn modelId="{B8D59621-04C0-43D1-9ED2-4E2525D64ADD}" type="presParOf" srcId="{53CCC742-F53A-4782-8A84-3E277F1180F1}" destId="{63D2526F-43BE-4319-812E-B12BD13FE2AC}" srcOrd="0" destOrd="0" presId="urn:microsoft.com/office/officeart/2005/8/layout/hierarchy1"/>
    <dgm:cxn modelId="{5B4143D1-CCFF-45B2-8829-39894449E2CA}" type="presParOf" srcId="{53CCC742-F53A-4782-8A84-3E277F1180F1}" destId="{EE61A468-8885-4613-BE30-747F2FEC5842}" srcOrd="1" destOrd="0" presId="urn:microsoft.com/office/officeart/2005/8/layout/hierarchy1"/>
    <dgm:cxn modelId="{83E43B96-F08D-4D2B-BD33-22F6AF1BEC41}" type="presParOf" srcId="{70EE785C-8D6F-45E5-BE1C-EF7D8CA947D1}" destId="{A74455DC-D48E-4DE0-9086-167C8D0D3061}" srcOrd="1" destOrd="0" presId="urn:microsoft.com/office/officeart/2005/8/layout/hierarchy1"/>
    <dgm:cxn modelId="{936646A6-D8F1-4C56-A130-DC155D094518}" type="presParOf" srcId="{A74455DC-D48E-4DE0-9086-167C8D0D3061}" destId="{D4604FE2-9255-476D-A429-5B9149354244}" srcOrd="0" destOrd="0" presId="urn:microsoft.com/office/officeart/2005/8/layout/hierarchy1"/>
    <dgm:cxn modelId="{D1B071A0-4A7D-49B2-B20A-0ACD48FC6373}" type="presParOf" srcId="{A74455DC-D48E-4DE0-9086-167C8D0D3061}" destId="{D8228058-319F-440C-A41C-59C4FB074C57}" srcOrd="1" destOrd="0" presId="urn:microsoft.com/office/officeart/2005/8/layout/hierarchy1"/>
    <dgm:cxn modelId="{7155778C-CE58-4A4E-B917-A405C79AD272}" type="presParOf" srcId="{D8228058-319F-440C-A41C-59C4FB074C57}" destId="{6FED26D6-6B9C-4174-9674-F9630E300789}" srcOrd="0" destOrd="0" presId="urn:microsoft.com/office/officeart/2005/8/layout/hierarchy1"/>
    <dgm:cxn modelId="{8737126D-C4C2-4B32-BC47-4FA6413E1148}" type="presParOf" srcId="{6FED26D6-6B9C-4174-9674-F9630E300789}" destId="{337E87A6-BD7E-498B-BB67-68A0472E79CA}" srcOrd="0" destOrd="0" presId="urn:microsoft.com/office/officeart/2005/8/layout/hierarchy1"/>
    <dgm:cxn modelId="{A26E3657-A302-4433-8421-BE28C942181B}" type="presParOf" srcId="{6FED26D6-6B9C-4174-9674-F9630E300789}" destId="{3D9147C8-1B03-40AB-AB98-E012CE71707A}" srcOrd="1" destOrd="0" presId="urn:microsoft.com/office/officeart/2005/8/layout/hierarchy1"/>
    <dgm:cxn modelId="{92E50C86-4471-4BDB-9B3B-F7D94E6367FF}" type="presParOf" srcId="{D8228058-319F-440C-A41C-59C4FB074C57}" destId="{DBF97992-9FC6-44A6-8210-6CD87EADBA23}" srcOrd="1" destOrd="0" presId="urn:microsoft.com/office/officeart/2005/8/layout/hierarchy1"/>
    <dgm:cxn modelId="{7465EDD4-58FC-450C-977B-3041E00C8890}" type="presParOf" srcId="{24119786-C105-499F-901D-564B2309AE1D}" destId="{DA90EB0D-A18B-4C3C-B946-86431DE0A9D3}" srcOrd="4" destOrd="0" presId="urn:microsoft.com/office/officeart/2005/8/layout/hierarchy1"/>
    <dgm:cxn modelId="{30E7B998-0EEE-49FC-A552-77634CFA206E}" type="presParOf" srcId="{24119786-C105-499F-901D-564B2309AE1D}" destId="{FC3F19C3-E808-4436-B105-ABB924682427}" srcOrd="5" destOrd="0" presId="urn:microsoft.com/office/officeart/2005/8/layout/hierarchy1"/>
    <dgm:cxn modelId="{924F02A3-B23E-4A25-804F-7E871C6435F7}" type="presParOf" srcId="{FC3F19C3-E808-4436-B105-ABB924682427}" destId="{5F836129-E476-4BE8-B10F-0453E2CDF5B9}" srcOrd="0" destOrd="0" presId="urn:microsoft.com/office/officeart/2005/8/layout/hierarchy1"/>
    <dgm:cxn modelId="{0373D32A-83E9-4FD5-8DAF-535B7C59F312}" type="presParOf" srcId="{5F836129-E476-4BE8-B10F-0453E2CDF5B9}" destId="{70CF29F9-2795-49B9-B2BA-883A0D26AC6B}" srcOrd="0" destOrd="0" presId="urn:microsoft.com/office/officeart/2005/8/layout/hierarchy1"/>
    <dgm:cxn modelId="{B90B52F7-D683-40C5-B6F5-D70AADA6A644}" type="presParOf" srcId="{5F836129-E476-4BE8-B10F-0453E2CDF5B9}" destId="{3B360C18-3584-4D09-AB0E-29EFCFEE7EF4}" srcOrd="1" destOrd="0" presId="urn:microsoft.com/office/officeart/2005/8/layout/hierarchy1"/>
    <dgm:cxn modelId="{2F43E69B-CF2D-4E63-9CCB-54AB3A5D32D9}" type="presParOf" srcId="{FC3F19C3-E808-4436-B105-ABB924682427}" destId="{D962598C-07CC-4F0F-BEBD-18327C4DF529}" srcOrd="1" destOrd="0" presId="urn:microsoft.com/office/officeart/2005/8/layout/hierarchy1"/>
    <dgm:cxn modelId="{AB9E201B-3BCE-4C85-A807-4777A0AC7C7F}" type="presParOf" srcId="{D962598C-07CC-4F0F-BEBD-18327C4DF529}" destId="{C3460952-CA5E-43F2-ACB3-127A23EE66A3}" srcOrd="0" destOrd="0" presId="urn:microsoft.com/office/officeart/2005/8/layout/hierarchy1"/>
    <dgm:cxn modelId="{7EBB46C5-2AA9-4B13-8A23-AA16C92C0526}" type="presParOf" srcId="{D962598C-07CC-4F0F-BEBD-18327C4DF529}" destId="{185D62C4-B369-402D-9058-62D57F22796E}" srcOrd="1" destOrd="0" presId="urn:microsoft.com/office/officeart/2005/8/layout/hierarchy1"/>
    <dgm:cxn modelId="{8FE5DCA1-B11E-499C-9719-D6231DF1D2B4}" type="presParOf" srcId="{185D62C4-B369-402D-9058-62D57F22796E}" destId="{CC8587AB-B181-4142-9753-9C2346CB0DC1}" srcOrd="0" destOrd="0" presId="urn:microsoft.com/office/officeart/2005/8/layout/hierarchy1"/>
    <dgm:cxn modelId="{637B577B-687C-419B-96EC-5FA92C029243}" type="presParOf" srcId="{CC8587AB-B181-4142-9753-9C2346CB0DC1}" destId="{173E37E0-A6F7-40A1-BE2A-48252E525191}" srcOrd="0" destOrd="0" presId="urn:microsoft.com/office/officeart/2005/8/layout/hierarchy1"/>
    <dgm:cxn modelId="{7DE3A3D6-9D26-4DA1-B70D-A19E97CECABE}" type="presParOf" srcId="{CC8587AB-B181-4142-9753-9C2346CB0DC1}" destId="{56FDE591-1B99-4C99-AB36-0B60D1EA5E55}" srcOrd="1" destOrd="0" presId="urn:microsoft.com/office/officeart/2005/8/layout/hierarchy1"/>
    <dgm:cxn modelId="{F6B879EC-1663-41A3-B998-A8FC52C018F3}" type="presParOf" srcId="{185D62C4-B369-402D-9058-62D57F22796E}" destId="{ECAAAFBB-92BE-42D5-8692-7FFABA17E5D7}" srcOrd="1" destOrd="0" presId="urn:microsoft.com/office/officeart/2005/8/layout/hierarchy1"/>
    <dgm:cxn modelId="{A49E2A9C-B303-4AC6-B1A1-4910B9A9153E}" type="presParOf" srcId="{ECAAAFBB-92BE-42D5-8692-7FFABA17E5D7}" destId="{8777DD49-F050-4066-9935-FCE33EC3944C}" srcOrd="0" destOrd="0" presId="urn:microsoft.com/office/officeart/2005/8/layout/hierarchy1"/>
    <dgm:cxn modelId="{C1D25FAA-FC17-4CC5-BF67-651A1590B593}" type="presParOf" srcId="{ECAAAFBB-92BE-42D5-8692-7FFABA17E5D7}" destId="{4A0386C1-DC38-4BEB-85D2-9005D55B0325}" srcOrd="1" destOrd="0" presId="urn:microsoft.com/office/officeart/2005/8/layout/hierarchy1"/>
    <dgm:cxn modelId="{2CB526C8-16AC-4721-918D-9761E4B6391C}" type="presParOf" srcId="{4A0386C1-DC38-4BEB-85D2-9005D55B0325}" destId="{937A9FB3-E0B7-40BC-A4BB-7E34FA6313EF}" srcOrd="0" destOrd="0" presId="urn:microsoft.com/office/officeart/2005/8/layout/hierarchy1"/>
    <dgm:cxn modelId="{AD0F0122-2339-44B3-94D6-1D8A62D472CB}" type="presParOf" srcId="{937A9FB3-E0B7-40BC-A4BB-7E34FA6313EF}" destId="{3A11D667-E400-4454-89A7-A48BF2540418}" srcOrd="0" destOrd="0" presId="urn:microsoft.com/office/officeart/2005/8/layout/hierarchy1"/>
    <dgm:cxn modelId="{88BEDFEC-6390-4B0F-975A-19F124C50001}" type="presParOf" srcId="{937A9FB3-E0B7-40BC-A4BB-7E34FA6313EF}" destId="{0569D093-B4B7-4F45-9922-BFB493BBFFA7}" srcOrd="1" destOrd="0" presId="urn:microsoft.com/office/officeart/2005/8/layout/hierarchy1"/>
    <dgm:cxn modelId="{9E92F77C-EB29-49F9-A934-D2724237371C}" type="presParOf" srcId="{4A0386C1-DC38-4BEB-85D2-9005D55B0325}" destId="{96050841-098E-41E3-80CD-AFA5A2ED6290}" srcOrd="1" destOrd="0" presId="urn:microsoft.com/office/officeart/2005/8/layout/hierarchy1"/>
    <dgm:cxn modelId="{528BE9FD-A539-4B7C-9694-39C06B823B80}" type="presParOf" srcId="{96050841-098E-41E3-80CD-AFA5A2ED6290}" destId="{4F8FCF8A-A082-4152-B671-6FB57AB28129}" srcOrd="0" destOrd="0" presId="urn:microsoft.com/office/officeart/2005/8/layout/hierarchy1"/>
    <dgm:cxn modelId="{3CDF65E6-A01E-4F22-AA24-D2DE5400EFAF}" type="presParOf" srcId="{96050841-098E-41E3-80CD-AFA5A2ED6290}" destId="{19228198-BBC8-4486-ACFE-9C426E09A431}" srcOrd="1" destOrd="0" presId="urn:microsoft.com/office/officeart/2005/8/layout/hierarchy1"/>
    <dgm:cxn modelId="{036C07B7-6B47-4601-A277-7FB549E805B8}" type="presParOf" srcId="{19228198-BBC8-4486-ACFE-9C426E09A431}" destId="{0BDBB048-F17D-47D4-9721-62FFB91D677E}" srcOrd="0" destOrd="0" presId="urn:microsoft.com/office/officeart/2005/8/layout/hierarchy1"/>
    <dgm:cxn modelId="{6C880677-D167-4820-BA41-E6466E4DFE59}" type="presParOf" srcId="{0BDBB048-F17D-47D4-9721-62FFB91D677E}" destId="{3A5F6C4E-7D22-4C7C-AA88-7064805B3017}" srcOrd="0" destOrd="0" presId="urn:microsoft.com/office/officeart/2005/8/layout/hierarchy1"/>
    <dgm:cxn modelId="{A779CB3E-192A-4D83-A3CA-F1DD29982DA5}" type="presParOf" srcId="{0BDBB048-F17D-47D4-9721-62FFB91D677E}" destId="{6A0B233B-3A13-4E87-845E-6FC2E078F57C}" srcOrd="1" destOrd="0" presId="urn:microsoft.com/office/officeart/2005/8/layout/hierarchy1"/>
    <dgm:cxn modelId="{67D82C0E-A49F-402C-B789-CDFB49A00EBC}" type="presParOf" srcId="{19228198-BBC8-4486-ACFE-9C426E09A431}" destId="{4FAD3278-A46C-492E-BF5A-4B8BA54BE5C9}" srcOrd="1" destOrd="0" presId="urn:microsoft.com/office/officeart/2005/8/layout/hierarchy1"/>
    <dgm:cxn modelId="{5AC82AAE-AD21-4460-864B-7EC19791BEDB}" type="presParOf" srcId="{24119786-C105-499F-901D-564B2309AE1D}" destId="{13A7FA83-54A0-41CB-B0E1-CE28BA19AC29}" srcOrd="6" destOrd="0" presId="urn:microsoft.com/office/officeart/2005/8/layout/hierarchy1"/>
    <dgm:cxn modelId="{AE124351-0D6A-49ED-BB0B-0B40357FE3EE}" type="presParOf" srcId="{24119786-C105-499F-901D-564B2309AE1D}" destId="{C1E79600-5C46-4113-82CB-FCFC4F7D697A}" srcOrd="7" destOrd="0" presId="urn:microsoft.com/office/officeart/2005/8/layout/hierarchy1"/>
    <dgm:cxn modelId="{C5B06257-6305-4447-81F1-7FF796347836}" type="presParOf" srcId="{C1E79600-5C46-4113-82CB-FCFC4F7D697A}" destId="{7DE6A374-B812-4791-AD77-70FE00BADCD6}" srcOrd="0" destOrd="0" presId="urn:microsoft.com/office/officeart/2005/8/layout/hierarchy1"/>
    <dgm:cxn modelId="{22E44587-5C89-41FE-9D54-7B46F37D0F07}" type="presParOf" srcId="{7DE6A374-B812-4791-AD77-70FE00BADCD6}" destId="{BD4FC7BC-6AF1-4988-A85D-EE633E058393}" srcOrd="0" destOrd="0" presId="urn:microsoft.com/office/officeart/2005/8/layout/hierarchy1"/>
    <dgm:cxn modelId="{35048D53-DCD2-4EEA-8202-C836B0D7D3E7}" type="presParOf" srcId="{7DE6A374-B812-4791-AD77-70FE00BADCD6}" destId="{BA37C6CF-3E69-443F-8079-71BF014FF695}" srcOrd="1" destOrd="0" presId="urn:microsoft.com/office/officeart/2005/8/layout/hierarchy1"/>
    <dgm:cxn modelId="{57782D19-1401-4DD4-88BA-1F9BE69A0F69}" type="presParOf" srcId="{C1E79600-5C46-4113-82CB-FCFC4F7D697A}" destId="{B65E6CAE-7C9A-49EC-A76E-F726D9AC2B2A}" srcOrd="1" destOrd="0" presId="urn:microsoft.com/office/officeart/2005/8/layout/hierarchy1"/>
    <dgm:cxn modelId="{8D0A5A65-F56B-41E6-B178-5637E9DFCD52}" type="presParOf" srcId="{B65E6CAE-7C9A-49EC-A76E-F726D9AC2B2A}" destId="{2754E909-E165-4E2C-BD5F-09B49E20E0DF}" srcOrd="0" destOrd="0" presId="urn:microsoft.com/office/officeart/2005/8/layout/hierarchy1"/>
    <dgm:cxn modelId="{9037F260-5252-4667-A4ED-7822D6A612F4}" type="presParOf" srcId="{B65E6CAE-7C9A-49EC-A76E-F726D9AC2B2A}" destId="{403D2ACE-9387-4B4F-B225-753826A2EDB0}" srcOrd="1" destOrd="0" presId="urn:microsoft.com/office/officeart/2005/8/layout/hierarchy1"/>
    <dgm:cxn modelId="{43379CE3-1DA2-4075-B0C6-BAC10797629E}" type="presParOf" srcId="{403D2ACE-9387-4B4F-B225-753826A2EDB0}" destId="{9AFD3844-94E4-4992-AAC8-177818A2B872}" srcOrd="0" destOrd="0" presId="urn:microsoft.com/office/officeart/2005/8/layout/hierarchy1"/>
    <dgm:cxn modelId="{BD38DE70-1AB3-4E62-A447-F427A081EBAB}" type="presParOf" srcId="{9AFD3844-94E4-4992-AAC8-177818A2B872}" destId="{CEF0714C-CA3B-45E1-9A8B-F254727FAC86}" srcOrd="0" destOrd="0" presId="urn:microsoft.com/office/officeart/2005/8/layout/hierarchy1"/>
    <dgm:cxn modelId="{CE109B0E-55A2-4142-9FB1-9044E59F21ED}" type="presParOf" srcId="{9AFD3844-94E4-4992-AAC8-177818A2B872}" destId="{A69DDEE0-DC41-4364-874D-2583222E4CCC}" srcOrd="1" destOrd="0" presId="urn:microsoft.com/office/officeart/2005/8/layout/hierarchy1"/>
    <dgm:cxn modelId="{89394A7B-B2D1-4A6E-BF54-7E8E30595FF8}" type="presParOf" srcId="{403D2ACE-9387-4B4F-B225-753826A2EDB0}" destId="{CE749DDC-D400-44CF-AD1E-AEA3E25B9E96}" srcOrd="1" destOrd="0" presId="urn:microsoft.com/office/officeart/2005/8/layout/hierarchy1"/>
    <dgm:cxn modelId="{3853D34D-6DFC-4097-968F-0E7819445A8D}" type="presParOf" srcId="{CE749DDC-D400-44CF-AD1E-AEA3E25B9E96}" destId="{9059DD1F-74B1-4BAF-AFFF-084F07EEABFC}" srcOrd="0" destOrd="0" presId="urn:microsoft.com/office/officeart/2005/8/layout/hierarchy1"/>
    <dgm:cxn modelId="{AD15CD0F-1E7B-43D5-975A-E8F71A6E697D}" type="presParOf" srcId="{CE749DDC-D400-44CF-AD1E-AEA3E25B9E96}" destId="{F9EF5AEE-7648-45DA-BF77-5DE5E380E58C}" srcOrd="1" destOrd="0" presId="urn:microsoft.com/office/officeart/2005/8/layout/hierarchy1"/>
    <dgm:cxn modelId="{2089A50A-9058-4EA9-9185-6DEE936BD722}" type="presParOf" srcId="{F9EF5AEE-7648-45DA-BF77-5DE5E380E58C}" destId="{C0C5030B-320D-4A4A-8B87-61285E606F02}" srcOrd="0" destOrd="0" presId="urn:microsoft.com/office/officeart/2005/8/layout/hierarchy1"/>
    <dgm:cxn modelId="{34C5E0B0-1570-47B2-BBBF-FD2344252A83}" type="presParOf" srcId="{C0C5030B-320D-4A4A-8B87-61285E606F02}" destId="{B1F31185-6981-4557-8A77-42B19539D17A}" srcOrd="0" destOrd="0" presId="urn:microsoft.com/office/officeart/2005/8/layout/hierarchy1"/>
    <dgm:cxn modelId="{FDCBDFEF-BAA2-42E6-AFCF-D58A247D9126}" type="presParOf" srcId="{C0C5030B-320D-4A4A-8B87-61285E606F02}" destId="{3B119027-9FF6-4D0A-B86C-315AF093A0C9}" srcOrd="1" destOrd="0" presId="urn:microsoft.com/office/officeart/2005/8/layout/hierarchy1"/>
    <dgm:cxn modelId="{DB9B518B-3CFA-4808-AA68-878520B5C680}" type="presParOf" srcId="{F9EF5AEE-7648-45DA-BF77-5DE5E380E58C}" destId="{1B1356D8-D21B-4E38-9D0D-9EF2E53B4DF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867B3F-C5D4-40D3-8241-DE970BF788B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1889D9-3652-4FEF-AD72-4A0F138D3140}">
      <dgm:prSet phldrT="[Text]" phldr="0" custT="1"/>
      <dgm:spPr/>
      <dgm:t>
        <a:bodyPr/>
        <a:lstStyle/>
        <a:p>
          <a:pPr rtl="0"/>
          <a:r>
            <a:rPr lang="en-US" sz="2400" b="1" dirty="0">
              <a:latin typeface="+mj-lt"/>
            </a:rPr>
            <a:t>Software development</a:t>
          </a:r>
        </a:p>
      </dgm:t>
    </dgm:pt>
    <dgm:pt modelId="{C4E69D29-75C0-4DA9-9DBA-10CFFF1744ED}" type="parTrans" cxnId="{ABAF7A0D-D7D1-4DE2-BAED-CE48A16A62B8}">
      <dgm:prSet/>
      <dgm:spPr/>
      <dgm:t>
        <a:bodyPr/>
        <a:lstStyle/>
        <a:p>
          <a:pPr rtl="0"/>
          <a:endParaRPr lang="en-US"/>
        </a:p>
      </dgm:t>
    </dgm:pt>
    <dgm:pt modelId="{13A8BC96-080F-4AEF-A828-A3E4398B24F9}" type="sibTrans" cxnId="{ABAF7A0D-D7D1-4DE2-BAED-CE48A16A62B8}">
      <dgm:prSet/>
      <dgm:spPr/>
      <dgm:t>
        <a:bodyPr/>
        <a:lstStyle/>
        <a:p>
          <a:pPr rtl="0"/>
          <a:endParaRPr lang="en-US"/>
        </a:p>
      </dgm:t>
    </dgm:pt>
    <dgm:pt modelId="{8803C55E-3ED3-4A50-9142-C776B012F404}">
      <dgm:prSet phldrT="[Text]" phldr="0" custT="1"/>
      <dgm:spPr/>
      <dgm:t>
        <a:bodyPr/>
        <a:lstStyle/>
        <a:p>
          <a:pPr rtl="0"/>
          <a:r>
            <a:rPr lang="en-US" sz="1400" b="1" dirty="0">
              <a:latin typeface="+mj-lt"/>
            </a:rPr>
            <a:t>SW Requirements</a:t>
          </a:r>
        </a:p>
      </dgm:t>
    </dgm:pt>
    <dgm:pt modelId="{57405B1A-7003-4F7B-A525-A9852A54284B}" type="parTrans" cxnId="{4817A35F-93DC-40E5-AE30-EA3EA46B13EB}">
      <dgm:prSet/>
      <dgm:spPr/>
      <dgm:t>
        <a:bodyPr/>
        <a:lstStyle/>
        <a:p>
          <a:pPr rtl="0"/>
          <a:endParaRPr lang="en-US"/>
        </a:p>
      </dgm:t>
    </dgm:pt>
    <dgm:pt modelId="{CAFD7A64-6E56-4F3A-B382-8CD0A988205C}" type="sibTrans" cxnId="{4817A35F-93DC-40E5-AE30-EA3EA46B13EB}">
      <dgm:prSet/>
      <dgm:spPr/>
      <dgm:t>
        <a:bodyPr/>
        <a:lstStyle/>
        <a:p>
          <a:pPr rtl="0"/>
          <a:endParaRPr lang="en-US"/>
        </a:p>
      </dgm:t>
    </dgm:pt>
    <dgm:pt modelId="{3ECF954E-15D8-4D5B-AEE3-01EBCD48E086}">
      <dgm:prSet phldrT="[Text]" phldr="0" custT="1"/>
      <dgm:spPr/>
      <dgm:t>
        <a:bodyPr/>
        <a:lstStyle/>
        <a:p>
          <a:pPr rtl="0"/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Draft</a:t>
          </a:r>
          <a:r>
            <a:rPr lang="en-US" sz="800" kern="1200" dirty="0"/>
            <a:t> </a:t>
          </a: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preliminary</a:t>
          </a:r>
          <a:r>
            <a:rPr lang="en-US" sz="800" kern="1200" dirty="0"/>
            <a:t> </a:t>
          </a: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software</a:t>
          </a:r>
          <a:r>
            <a:rPr lang="en-US" sz="800" kern="1200" dirty="0"/>
            <a:t> </a:t>
          </a: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requirements</a:t>
          </a:r>
        </a:p>
      </dgm:t>
    </dgm:pt>
    <dgm:pt modelId="{28418A4C-2927-4020-AC8E-67B9B7B8F236}" type="parTrans" cxnId="{35EA77EE-48CE-4ACF-B831-42D02AE4A82E}">
      <dgm:prSet/>
      <dgm:spPr/>
      <dgm:t>
        <a:bodyPr/>
        <a:lstStyle/>
        <a:p>
          <a:pPr rtl="0"/>
          <a:endParaRPr lang="en-US"/>
        </a:p>
      </dgm:t>
    </dgm:pt>
    <dgm:pt modelId="{7A75AB4A-F428-4B08-BEF9-7C338506D77B}" type="sibTrans" cxnId="{35EA77EE-48CE-4ACF-B831-42D02AE4A82E}">
      <dgm:prSet/>
      <dgm:spPr/>
      <dgm:t>
        <a:bodyPr/>
        <a:lstStyle/>
        <a:p>
          <a:pPr rtl="0"/>
          <a:endParaRPr lang="en-US"/>
        </a:p>
      </dgm:t>
    </dgm:pt>
    <dgm:pt modelId="{C8757B46-0C2E-4174-A4DE-D21DFA84AE7D}">
      <dgm:prSet phldrT="[Text]" custT="1"/>
      <dgm:spPr/>
      <dgm:t>
        <a:bodyPr/>
        <a:lstStyle/>
        <a:p>
          <a:pPr rtl="0"/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Develop</a:t>
          </a:r>
          <a:r>
            <a:rPr lang="en-US" sz="1300" kern="1200" dirty="0"/>
            <a:t> </a:t>
          </a: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delivery</a:t>
          </a:r>
          <a:r>
            <a:rPr lang="en-US" sz="1300" kern="1200" dirty="0"/>
            <a:t> </a:t>
          </a: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timeline</a:t>
          </a:r>
        </a:p>
      </dgm:t>
    </dgm:pt>
    <dgm:pt modelId="{2BF0FDA7-A551-4F86-BF32-226F2DD1F8C6}" type="parTrans" cxnId="{BA23CC0A-EB8C-4146-A07E-33CDA6F625EA}">
      <dgm:prSet/>
      <dgm:spPr/>
      <dgm:t>
        <a:bodyPr/>
        <a:lstStyle/>
        <a:p>
          <a:pPr rtl="0"/>
          <a:endParaRPr lang="en-US"/>
        </a:p>
      </dgm:t>
    </dgm:pt>
    <dgm:pt modelId="{FA27CF55-660D-4A99-8FBD-5515F14C0A64}" type="sibTrans" cxnId="{BA23CC0A-EB8C-4146-A07E-33CDA6F625EA}">
      <dgm:prSet/>
      <dgm:spPr/>
      <dgm:t>
        <a:bodyPr/>
        <a:lstStyle/>
        <a:p>
          <a:pPr rtl="0"/>
          <a:endParaRPr lang="en-US"/>
        </a:p>
      </dgm:t>
    </dgm:pt>
    <dgm:pt modelId="{5C3A7A3B-F2AE-4CDE-9AAB-84D36FF0DB43}">
      <dgm:prSet phldrT="[Text]" phldr="0" custT="1"/>
      <dgm:spPr/>
      <dgm:t>
        <a:bodyPr/>
        <a:lstStyle/>
        <a:p>
          <a:pPr rtl="0"/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Design</a:t>
          </a:r>
        </a:p>
      </dgm:t>
    </dgm:pt>
    <dgm:pt modelId="{7EDD989F-7E28-4CD1-BB9B-6F4A4D3E4533}" type="parTrans" cxnId="{1113E68F-88EA-4AA4-84DB-D4DD96697018}">
      <dgm:prSet/>
      <dgm:spPr/>
      <dgm:t>
        <a:bodyPr/>
        <a:lstStyle/>
        <a:p>
          <a:pPr rtl="0"/>
          <a:endParaRPr lang="en-US"/>
        </a:p>
      </dgm:t>
    </dgm:pt>
    <dgm:pt modelId="{89FD25F5-DC79-44EC-99B7-18962C40F81D}" type="sibTrans" cxnId="{1113E68F-88EA-4AA4-84DB-D4DD96697018}">
      <dgm:prSet/>
      <dgm:spPr/>
      <dgm:t>
        <a:bodyPr/>
        <a:lstStyle/>
        <a:p>
          <a:pPr rtl="0"/>
          <a:endParaRPr lang="en-US"/>
        </a:p>
      </dgm:t>
    </dgm:pt>
    <dgm:pt modelId="{CB8CF353-8CE5-4F32-AD18-76E511346D77}">
      <dgm:prSet phldrT="[Text]" phldr="0" custT="1"/>
      <dgm:spPr/>
      <dgm:t>
        <a:bodyPr/>
        <a:lstStyle/>
        <a:p>
          <a:pPr rtl="1"/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UX</a:t>
          </a:r>
          <a:r>
            <a:rPr lang="ar-EG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/</a:t>
          </a: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UI</a:t>
          </a:r>
        </a:p>
      </dgm:t>
    </dgm:pt>
    <dgm:pt modelId="{3905709A-C84D-4ABC-B629-8D4AA7930C1C}" type="parTrans" cxnId="{0D124563-0B4C-4A55-8201-A4B90F33C064}">
      <dgm:prSet/>
      <dgm:spPr/>
      <dgm:t>
        <a:bodyPr/>
        <a:lstStyle/>
        <a:p>
          <a:pPr rtl="0"/>
          <a:endParaRPr lang="en-US"/>
        </a:p>
      </dgm:t>
    </dgm:pt>
    <dgm:pt modelId="{F177AA7F-6606-4F8A-9CDB-3B8DCE8513D8}" type="sibTrans" cxnId="{0D124563-0B4C-4A55-8201-A4B90F33C064}">
      <dgm:prSet/>
      <dgm:spPr/>
      <dgm:t>
        <a:bodyPr/>
        <a:lstStyle/>
        <a:p>
          <a:pPr rtl="0"/>
          <a:endParaRPr lang="en-US"/>
        </a:p>
      </dgm:t>
    </dgm:pt>
    <dgm:pt modelId="{F50328A5-BBB5-4A3B-8B8B-71AAE8A7A62D}">
      <dgm:prSet custT="1"/>
      <dgm:spPr/>
      <dgm:t>
        <a:bodyPr/>
        <a:lstStyle/>
        <a:p>
          <a:pPr rtl="0"/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Development</a:t>
          </a:r>
        </a:p>
      </dgm:t>
    </dgm:pt>
    <dgm:pt modelId="{8F28867A-9D87-456D-8F36-23EA1EF59A58}" type="parTrans" cxnId="{EF1FD192-16BA-4CB3-9AB5-BC1CBA4DD0E4}">
      <dgm:prSet/>
      <dgm:spPr/>
      <dgm:t>
        <a:bodyPr/>
        <a:lstStyle/>
        <a:p>
          <a:pPr rtl="0"/>
          <a:endParaRPr lang="en-US"/>
        </a:p>
      </dgm:t>
    </dgm:pt>
    <dgm:pt modelId="{445FA2F2-0FE0-436E-A1F3-D02AF7AF19E0}" type="sibTrans" cxnId="{EF1FD192-16BA-4CB3-9AB5-BC1CBA4DD0E4}">
      <dgm:prSet/>
      <dgm:spPr/>
      <dgm:t>
        <a:bodyPr/>
        <a:lstStyle/>
        <a:p>
          <a:pPr rtl="0"/>
          <a:endParaRPr lang="en-US"/>
        </a:p>
      </dgm:t>
    </dgm:pt>
    <dgm:pt modelId="{9B9B3EA2-02CC-408E-BF02-62D3C304936E}">
      <dgm:prSet custT="1"/>
      <dgm:spPr/>
      <dgm:t>
        <a:bodyPr/>
        <a:lstStyle/>
        <a:p>
          <a:pPr rtl="0"/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Testing</a:t>
          </a:r>
        </a:p>
      </dgm:t>
    </dgm:pt>
    <dgm:pt modelId="{5982DBD4-6FD9-4B26-BD23-ABCF02F1B07E}" type="parTrans" cxnId="{97FAF218-06E1-42AF-9C0D-FEF49E475AD1}">
      <dgm:prSet/>
      <dgm:spPr/>
      <dgm:t>
        <a:bodyPr/>
        <a:lstStyle/>
        <a:p>
          <a:pPr rtl="0"/>
          <a:endParaRPr lang="en-US"/>
        </a:p>
      </dgm:t>
    </dgm:pt>
    <dgm:pt modelId="{65CED26C-2B86-4174-B88A-10BBE4A87CEB}" type="sibTrans" cxnId="{97FAF218-06E1-42AF-9C0D-FEF49E475AD1}">
      <dgm:prSet/>
      <dgm:spPr/>
      <dgm:t>
        <a:bodyPr/>
        <a:lstStyle/>
        <a:p>
          <a:pPr rtl="0"/>
          <a:endParaRPr lang="en-US"/>
        </a:p>
      </dgm:t>
    </dgm:pt>
    <dgm:pt modelId="{789EE329-852F-4DF5-958E-1410CBCB3A3E}">
      <dgm:prSet custT="1"/>
      <dgm:spPr/>
      <dgm:t>
        <a:bodyPr/>
        <a:lstStyle/>
        <a:p>
          <a:pPr rtl="0"/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Database</a:t>
          </a:r>
        </a:p>
      </dgm:t>
    </dgm:pt>
    <dgm:pt modelId="{22191BEA-8BF2-4C21-85AF-B347F7156CA1}" type="parTrans" cxnId="{A79B54B5-5EA5-47FF-B657-06F813B3F44C}">
      <dgm:prSet/>
      <dgm:spPr/>
      <dgm:t>
        <a:bodyPr/>
        <a:lstStyle/>
        <a:p>
          <a:pPr rtl="0"/>
          <a:endParaRPr lang="en-US"/>
        </a:p>
      </dgm:t>
    </dgm:pt>
    <dgm:pt modelId="{09BC7200-1B4A-4F79-B232-CA45121F3EC7}" type="sibTrans" cxnId="{A79B54B5-5EA5-47FF-B657-06F813B3F44C}">
      <dgm:prSet/>
      <dgm:spPr/>
      <dgm:t>
        <a:bodyPr/>
        <a:lstStyle/>
        <a:p>
          <a:pPr rtl="0"/>
          <a:endParaRPr lang="en-US"/>
        </a:p>
      </dgm:t>
    </dgm:pt>
    <dgm:pt modelId="{78882C50-EFD3-484A-8C4B-E06CF80280A5}">
      <dgm:prSet custT="1"/>
      <dgm:spPr/>
      <dgm:t>
        <a:bodyPr/>
        <a:lstStyle/>
        <a:p>
          <a:pPr rtl="0"/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Coding</a:t>
          </a:r>
        </a:p>
      </dgm:t>
    </dgm:pt>
    <dgm:pt modelId="{AC0FD490-E268-45BB-9F12-F7A95A78854E}" type="parTrans" cxnId="{B8B2C423-40DD-4BEB-82F8-08927CA0670B}">
      <dgm:prSet/>
      <dgm:spPr/>
      <dgm:t>
        <a:bodyPr/>
        <a:lstStyle/>
        <a:p>
          <a:pPr rtl="0"/>
          <a:endParaRPr lang="en-US"/>
        </a:p>
      </dgm:t>
    </dgm:pt>
    <dgm:pt modelId="{B0147218-25E2-42C5-9173-A026E513E980}" type="sibTrans" cxnId="{B8B2C423-40DD-4BEB-82F8-08927CA0670B}">
      <dgm:prSet/>
      <dgm:spPr/>
      <dgm:t>
        <a:bodyPr/>
        <a:lstStyle/>
        <a:p>
          <a:pPr rtl="0"/>
          <a:endParaRPr lang="en-US"/>
        </a:p>
      </dgm:t>
    </dgm:pt>
    <dgm:pt modelId="{DDF5F5DB-BA02-4000-91AD-03AEC299AFF0}">
      <dgm:prSet custT="1"/>
      <dgm:spPr/>
      <dgm:t>
        <a:bodyPr/>
        <a:lstStyle/>
        <a:p>
          <a:pPr rtl="0"/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Unit</a:t>
          </a:r>
          <a:r>
            <a:rPr lang="en-US" sz="1800" kern="1200" dirty="0"/>
            <a:t> </a:t>
          </a: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testing</a:t>
          </a:r>
        </a:p>
      </dgm:t>
    </dgm:pt>
    <dgm:pt modelId="{720F9DC0-0F3A-46F4-99B8-2AB8AA38812C}" type="parTrans" cxnId="{A9437D0B-40F4-4E2B-8A80-AD39C0EC733A}">
      <dgm:prSet/>
      <dgm:spPr/>
      <dgm:t>
        <a:bodyPr/>
        <a:lstStyle/>
        <a:p>
          <a:pPr rtl="0"/>
          <a:endParaRPr lang="en-US"/>
        </a:p>
      </dgm:t>
    </dgm:pt>
    <dgm:pt modelId="{CD5395D8-EC38-4062-B4B7-0202BD4C00FA}" type="sibTrans" cxnId="{A9437D0B-40F4-4E2B-8A80-AD39C0EC733A}">
      <dgm:prSet/>
      <dgm:spPr/>
      <dgm:t>
        <a:bodyPr/>
        <a:lstStyle/>
        <a:p>
          <a:pPr rtl="0"/>
          <a:endParaRPr lang="en-US"/>
        </a:p>
      </dgm:t>
    </dgm:pt>
    <dgm:pt modelId="{870E3ED3-3119-487E-914E-3FB6DB78A537}">
      <dgm:prSet custT="1"/>
      <dgm:spPr/>
      <dgm:t>
        <a:bodyPr/>
        <a:lstStyle/>
        <a:p>
          <a:pPr rtl="0"/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System</a:t>
          </a:r>
          <a:r>
            <a:rPr lang="en-US" sz="1800" kern="1200" dirty="0"/>
            <a:t> </a:t>
          </a: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testing</a:t>
          </a:r>
        </a:p>
      </dgm:t>
    </dgm:pt>
    <dgm:pt modelId="{76E2596D-4FC6-4289-8517-3436C4876D3D}" type="parTrans" cxnId="{CBBC9B19-F751-478B-82FB-A0FAAE5CFDE5}">
      <dgm:prSet/>
      <dgm:spPr/>
      <dgm:t>
        <a:bodyPr/>
        <a:lstStyle/>
        <a:p>
          <a:pPr rtl="0"/>
          <a:endParaRPr lang="en-US"/>
        </a:p>
      </dgm:t>
    </dgm:pt>
    <dgm:pt modelId="{1A41171F-E75F-4F57-B69E-A55ED52FA884}" type="sibTrans" cxnId="{CBBC9B19-F751-478B-82FB-A0FAAE5CFDE5}">
      <dgm:prSet/>
      <dgm:spPr/>
      <dgm:t>
        <a:bodyPr/>
        <a:lstStyle/>
        <a:p>
          <a:pPr rtl="0"/>
          <a:endParaRPr lang="en-US"/>
        </a:p>
      </dgm:t>
    </dgm:pt>
    <dgm:pt modelId="{3EFE4DA0-8F56-48BC-9918-2EC29C751CF6}" type="pres">
      <dgm:prSet presAssocID="{B8867B3F-C5D4-40D3-8241-DE970BF788B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D9822DB-C9D9-43D0-A878-FADE1AB687BF}" type="pres">
      <dgm:prSet presAssocID="{051889D9-3652-4FEF-AD72-4A0F138D3140}" presName="hierRoot1" presStyleCnt="0"/>
      <dgm:spPr/>
    </dgm:pt>
    <dgm:pt modelId="{17D20201-B5D8-4DD0-9176-7DF5373C54FE}" type="pres">
      <dgm:prSet presAssocID="{051889D9-3652-4FEF-AD72-4A0F138D3140}" presName="composite" presStyleCnt="0"/>
      <dgm:spPr/>
    </dgm:pt>
    <dgm:pt modelId="{2F13500A-8317-40C3-A971-334E5525BC4F}" type="pres">
      <dgm:prSet presAssocID="{051889D9-3652-4FEF-AD72-4A0F138D3140}" presName="background" presStyleLbl="node0" presStyleIdx="0" presStyleCnt="1"/>
      <dgm:spPr/>
    </dgm:pt>
    <dgm:pt modelId="{126DDD77-9E8D-4EBE-97FA-26ADB6E19416}" type="pres">
      <dgm:prSet presAssocID="{051889D9-3652-4FEF-AD72-4A0F138D3140}" presName="text" presStyleLbl="fgAcc0" presStyleIdx="0" presStyleCnt="1" custScaleX="457515" custScaleY="125561">
        <dgm:presLayoutVars>
          <dgm:chPref val="3"/>
        </dgm:presLayoutVars>
      </dgm:prSet>
      <dgm:spPr/>
    </dgm:pt>
    <dgm:pt modelId="{E3820887-5709-40AE-AF4A-2EF40933E2A0}" type="pres">
      <dgm:prSet presAssocID="{051889D9-3652-4FEF-AD72-4A0F138D3140}" presName="hierChild2" presStyleCnt="0"/>
      <dgm:spPr/>
    </dgm:pt>
    <dgm:pt modelId="{02E25B0A-73CD-477D-9BF8-811F42673BEE}" type="pres">
      <dgm:prSet presAssocID="{57405B1A-7003-4F7B-A525-A9852A54284B}" presName="Name10" presStyleLbl="parChTrans1D2" presStyleIdx="0" presStyleCnt="4"/>
      <dgm:spPr/>
    </dgm:pt>
    <dgm:pt modelId="{3974EE3B-79A0-4FA6-8CDF-D6330B1DFBCB}" type="pres">
      <dgm:prSet presAssocID="{8803C55E-3ED3-4A50-9142-C776B012F404}" presName="hierRoot2" presStyleCnt="0"/>
      <dgm:spPr/>
    </dgm:pt>
    <dgm:pt modelId="{01EA4A93-974D-4A14-95C5-C19CEB972818}" type="pres">
      <dgm:prSet presAssocID="{8803C55E-3ED3-4A50-9142-C776B012F404}" presName="composite2" presStyleCnt="0"/>
      <dgm:spPr/>
    </dgm:pt>
    <dgm:pt modelId="{F01DB3B1-B511-46D5-8E5C-033D4B0C1C8D}" type="pres">
      <dgm:prSet presAssocID="{8803C55E-3ED3-4A50-9142-C776B012F404}" presName="background2" presStyleLbl="node2" presStyleIdx="0" presStyleCnt="4"/>
      <dgm:spPr/>
    </dgm:pt>
    <dgm:pt modelId="{D484CE57-A8A8-4742-A5A2-D20E5AE9114F}" type="pres">
      <dgm:prSet presAssocID="{8803C55E-3ED3-4A50-9142-C776B012F404}" presName="text2" presStyleLbl="fgAcc2" presStyleIdx="0" presStyleCnt="4" custScaleX="223862" custScaleY="109162">
        <dgm:presLayoutVars>
          <dgm:chPref val="3"/>
        </dgm:presLayoutVars>
      </dgm:prSet>
      <dgm:spPr/>
    </dgm:pt>
    <dgm:pt modelId="{109B1F47-0028-4020-8EFA-A0B474BA9E18}" type="pres">
      <dgm:prSet presAssocID="{8803C55E-3ED3-4A50-9142-C776B012F404}" presName="hierChild3" presStyleCnt="0"/>
      <dgm:spPr/>
    </dgm:pt>
    <dgm:pt modelId="{1F94FAD2-C72B-4BE0-A403-BC20C7107BB8}" type="pres">
      <dgm:prSet presAssocID="{28418A4C-2927-4020-AC8E-67B9B7B8F236}" presName="Name17" presStyleLbl="parChTrans1D3" presStyleIdx="0" presStyleCnt="6"/>
      <dgm:spPr/>
    </dgm:pt>
    <dgm:pt modelId="{8C070256-F610-4159-ABDC-A1FE01781E24}" type="pres">
      <dgm:prSet presAssocID="{3ECF954E-15D8-4D5B-AEE3-01EBCD48E086}" presName="hierRoot3" presStyleCnt="0"/>
      <dgm:spPr/>
    </dgm:pt>
    <dgm:pt modelId="{CF59D60E-8522-45B9-A2E3-09B16C172AB3}" type="pres">
      <dgm:prSet presAssocID="{3ECF954E-15D8-4D5B-AEE3-01EBCD48E086}" presName="composite3" presStyleCnt="0"/>
      <dgm:spPr/>
    </dgm:pt>
    <dgm:pt modelId="{9962C79B-98CE-49FA-B2F7-053E10BB4AD5}" type="pres">
      <dgm:prSet presAssocID="{3ECF954E-15D8-4D5B-AEE3-01EBCD48E086}" presName="background3" presStyleLbl="node3" presStyleIdx="0" presStyleCnt="6"/>
      <dgm:spPr/>
    </dgm:pt>
    <dgm:pt modelId="{38475740-15ED-4CA9-9018-190798788ECD}" type="pres">
      <dgm:prSet presAssocID="{3ECF954E-15D8-4D5B-AEE3-01EBCD48E086}" presName="text3" presStyleLbl="fgAcc3" presStyleIdx="0" presStyleCnt="6" custScaleX="177548" custScaleY="150418">
        <dgm:presLayoutVars>
          <dgm:chPref val="3"/>
        </dgm:presLayoutVars>
      </dgm:prSet>
      <dgm:spPr/>
    </dgm:pt>
    <dgm:pt modelId="{6D77E21C-D5F7-4186-8E0A-B00B117BC69B}" type="pres">
      <dgm:prSet presAssocID="{3ECF954E-15D8-4D5B-AEE3-01EBCD48E086}" presName="hierChild4" presStyleCnt="0"/>
      <dgm:spPr/>
    </dgm:pt>
    <dgm:pt modelId="{19A5E5A3-4B60-401F-8840-61C484C0B889}" type="pres">
      <dgm:prSet presAssocID="{2BF0FDA7-A551-4F86-BF32-226F2DD1F8C6}" presName="Name23" presStyleLbl="parChTrans1D4" presStyleIdx="0" presStyleCnt="1"/>
      <dgm:spPr/>
    </dgm:pt>
    <dgm:pt modelId="{FCED45A7-A3E8-4DBB-9D49-4F8A14A2F2AC}" type="pres">
      <dgm:prSet presAssocID="{C8757B46-0C2E-4174-A4DE-D21DFA84AE7D}" presName="hierRoot4" presStyleCnt="0"/>
      <dgm:spPr/>
    </dgm:pt>
    <dgm:pt modelId="{74B84DC6-FF77-4764-8B64-68026A88A13C}" type="pres">
      <dgm:prSet presAssocID="{C8757B46-0C2E-4174-A4DE-D21DFA84AE7D}" presName="composite4" presStyleCnt="0"/>
      <dgm:spPr/>
    </dgm:pt>
    <dgm:pt modelId="{9BE276DF-7E64-4EC0-A705-EE6C52A3C6E8}" type="pres">
      <dgm:prSet presAssocID="{C8757B46-0C2E-4174-A4DE-D21DFA84AE7D}" presName="background4" presStyleLbl="node4" presStyleIdx="0" presStyleCnt="1"/>
      <dgm:spPr/>
    </dgm:pt>
    <dgm:pt modelId="{2AC3517C-38AE-4683-BC8A-AE1E3C86B0F7}" type="pres">
      <dgm:prSet presAssocID="{C8757B46-0C2E-4174-A4DE-D21DFA84AE7D}" presName="text4" presStyleLbl="fgAcc4" presStyleIdx="0" presStyleCnt="1" custScaleX="177548" custScaleY="150418">
        <dgm:presLayoutVars>
          <dgm:chPref val="3"/>
        </dgm:presLayoutVars>
      </dgm:prSet>
      <dgm:spPr/>
    </dgm:pt>
    <dgm:pt modelId="{DAF56D58-C44B-4988-8463-5B9D651A2553}" type="pres">
      <dgm:prSet presAssocID="{C8757B46-0C2E-4174-A4DE-D21DFA84AE7D}" presName="hierChild5" presStyleCnt="0"/>
      <dgm:spPr/>
    </dgm:pt>
    <dgm:pt modelId="{F6363B18-AF7A-4A3F-B96C-8D98E0144535}" type="pres">
      <dgm:prSet presAssocID="{7EDD989F-7E28-4CD1-BB9B-6F4A4D3E4533}" presName="Name10" presStyleLbl="parChTrans1D2" presStyleIdx="1" presStyleCnt="4"/>
      <dgm:spPr/>
    </dgm:pt>
    <dgm:pt modelId="{16696D40-AB01-4BB8-B728-3E422DA5419E}" type="pres">
      <dgm:prSet presAssocID="{5C3A7A3B-F2AE-4CDE-9AAB-84D36FF0DB43}" presName="hierRoot2" presStyleCnt="0"/>
      <dgm:spPr/>
    </dgm:pt>
    <dgm:pt modelId="{554C2EFB-197E-4514-BB87-121678919EB3}" type="pres">
      <dgm:prSet presAssocID="{5C3A7A3B-F2AE-4CDE-9AAB-84D36FF0DB43}" presName="composite2" presStyleCnt="0"/>
      <dgm:spPr/>
    </dgm:pt>
    <dgm:pt modelId="{C3B8E1FD-D066-40F3-98B4-44DF1549B247}" type="pres">
      <dgm:prSet presAssocID="{5C3A7A3B-F2AE-4CDE-9AAB-84D36FF0DB43}" presName="background2" presStyleLbl="node2" presStyleIdx="1" presStyleCnt="4"/>
      <dgm:spPr/>
    </dgm:pt>
    <dgm:pt modelId="{93C859A6-0A61-4BA2-871B-20210F472914}" type="pres">
      <dgm:prSet presAssocID="{5C3A7A3B-F2AE-4CDE-9AAB-84D36FF0DB43}" presName="text2" presStyleLbl="fgAcc2" presStyleIdx="1" presStyleCnt="4" custScaleX="223862" custScaleY="109162" custLinFactNeighborX="60845">
        <dgm:presLayoutVars>
          <dgm:chPref val="3"/>
        </dgm:presLayoutVars>
      </dgm:prSet>
      <dgm:spPr/>
    </dgm:pt>
    <dgm:pt modelId="{BE69A723-C613-4701-A40B-48631C050827}" type="pres">
      <dgm:prSet presAssocID="{5C3A7A3B-F2AE-4CDE-9AAB-84D36FF0DB43}" presName="hierChild3" presStyleCnt="0"/>
      <dgm:spPr/>
    </dgm:pt>
    <dgm:pt modelId="{BCF36EB5-9384-41AE-BA12-5E06B88DE325}" type="pres">
      <dgm:prSet presAssocID="{3905709A-C84D-4ABC-B629-8D4AA7930C1C}" presName="Name17" presStyleLbl="parChTrans1D3" presStyleIdx="1" presStyleCnt="6"/>
      <dgm:spPr/>
    </dgm:pt>
    <dgm:pt modelId="{F41FA352-A96B-40CD-9CBF-671B5FD37D6E}" type="pres">
      <dgm:prSet presAssocID="{CB8CF353-8CE5-4F32-AD18-76E511346D77}" presName="hierRoot3" presStyleCnt="0"/>
      <dgm:spPr/>
    </dgm:pt>
    <dgm:pt modelId="{FA455B3C-545A-4A30-8C2B-AB18808CB812}" type="pres">
      <dgm:prSet presAssocID="{CB8CF353-8CE5-4F32-AD18-76E511346D77}" presName="composite3" presStyleCnt="0"/>
      <dgm:spPr/>
    </dgm:pt>
    <dgm:pt modelId="{F70B4507-B9D3-44D3-AE36-72BF0B7FFC77}" type="pres">
      <dgm:prSet presAssocID="{CB8CF353-8CE5-4F32-AD18-76E511346D77}" presName="background3" presStyleLbl="node3" presStyleIdx="1" presStyleCnt="6"/>
      <dgm:spPr/>
    </dgm:pt>
    <dgm:pt modelId="{24D35D76-A471-4619-8A49-F1C24787177C}" type="pres">
      <dgm:prSet presAssocID="{CB8CF353-8CE5-4F32-AD18-76E511346D77}" presName="text3" presStyleLbl="fgAcc3" presStyleIdx="1" presStyleCnt="6" custScaleX="177548" custScaleY="150418">
        <dgm:presLayoutVars>
          <dgm:chPref val="3"/>
        </dgm:presLayoutVars>
      </dgm:prSet>
      <dgm:spPr/>
    </dgm:pt>
    <dgm:pt modelId="{BC9534F7-49BC-438A-BBF1-8F025C7F582D}" type="pres">
      <dgm:prSet presAssocID="{CB8CF353-8CE5-4F32-AD18-76E511346D77}" presName="hierChild4" presStyleCnt="0"/>
      <dgm:spPr/>
    </dgm:pt>
    <dgm:pt modelId="{9EEE71CF-7856-4B1D-A1D6-A617AEC6742B}" type="pres">
      <dgm:prSet presAssocID="{8F28867A-9D87-456D-8F36-23EA1EF59A58}" presName="Name10" presStyleLbl="parChTrans1D2" presStyleIdx="2" presStyleCnt="4"/>
      <dgm:spPr/>
    </dgm:pt>
    <dgm:pt modelId="{F2DC142A-8B1F-412C-A811-6DA602112ADF}" type="pres">
      <dgm:prSet presAssocID="{F50328A5-BBB5-4A3B-8B8B-71AAE8A7A62D}" presName="hierRoot2" presStyleCnt="0"/>
      <dgm:spPr/>
    </dgm:pt>
    <dgm:pt modelId="{293E58CE-3B42-46B6-BA5A-7519986B90D0}" type="pres">
      <dgm:prSet presAssocID="{F50328A5-BBB5-4A3B-8B8B-71AAE8A7A62D}" presName="composite2" presStyleCnt="0"/>
      <dgm:spPr/>
    </dgm:pt>
    <dgm:pt modelId="{15181463-33B4-4DAB-A727-034ED08355A1}" type="pres">
      <dgm:prSet presAssocID="{F50328A5-BBB5-4A3B-8B8B-71AAE8A7A62D}" presName="background2" presStyleLbl="node2" presStyleIdx="2" presStyleCnt="4"/>
      <dgm:spPr/>
    </dgm:pt>
    <dgm:pt modelId="{8B0108D5-C02E-4DC7-8B74-8A6960CAF73B}" type="pres">
      <dgm:prSet presAssocID="{F50328A5-BBB5-4A3B-8B8B-71AAE8A7A62D}" presName="text2" presStyleLbl="fgAcc2" presStyleIdx="2" presStyleCnt="4" custScaleX="223862" custScaleY="109162" custLinFactNeighborX="66584">
        <dgm:presLayoutVars>
          <dgm:chPref val="3"/>
        </dgm:presLayoutVars>
      </dgm:prSet>
      <dgm:spPr/>
    </dgm:pt>
    <dgm:pt modelId="{C7A21B83-2F27-42C6-BAA0-0E517DBE198B}" type="pres">
      <dgm:prSet presAssocID="{F50328A5-BBB5-4A3B-8B8B-71AAE8A7A62D}" presName="hierChild3" presStyleCnt="0"/>
      <dgm:spPr/>
    </dgm:pt>
    <dgm:pt modelId="{E7095334-004D-491F-985B-C50BE9CEAC2C}" type="pres">
      <dgm:prSet presAssocID="{22191BEA-8BF2-4C21-85AF-B347F7156CA1}" presName="Name17" presStyleLbl="parChTrans1D3" presStyleIdx="2" presStyleCnt="6"/>
      <dgm:spPr/>
    </dgm:pt>
    <dgm:pt modelId="{702FFB85-50AD-4898-BE33-82B9299F71A0}" type="pres">
      <dgm:prSet presAssocID="{789EE329-852F-4DF5-958E-1410CBCB3A3E}" presName="hierRoot3" presStyleCnt="0"/>
      <dgm:spPr/>
    </dgm:pt>
    <dgm:pt modelId="{F231249A-055C-49D9-B724-6AF292416177}" type="pres">
      <dgm:prSet presAssocID="{789EE329-852F-4DF5-958E-1410CBCB3A3E}" presName="composite3" presStyleCnt="0"/>
      <dgm:spPr/>
    </dgm:pt>
    <dgm:pt modelId="{4914EB2D-6B49-4F9B-A790-89AACF325D1D}" type="pres">
      <dgm:prSet presAssocID="{789EE329-852F-4DF5-958E-1410CBCB3A3E}" presName="background3" presStyleLbl="node3" presStyleIdx="2" presStyleCnt="6"/>
      <dgm:spPr/>
    </dgm:pt>
    <dgm:pt modelId="{3BF3FC07-C261-46ED-9ED0-E4EAC8154C4A}" type="pres">
      <dgm:prSet presAssocID="{789EE329-852F-4DF5-958E-1410CBCB3A3E}" presName="text3" presStyleLbl="fgAcc3" presStyleIdx="2" presStyleCnt="6" custScaleX="177548" custScaleY="150418">
        <dgm:presLayoutVars>
          <dgm:chPref val="3"/>
        </dgm:presLayoutVars>
      </dgm:prSet>
      <dgm:spPr/>
    </dgm:pt>
    <dgm:pt modelId="{FB952C8B-9871-4764-8322-AC0E7801358F}" type="pres">
      <dgm:prSet presAssocID="{789EE329-852F-4DF5-958E-1410CBCB3A3E}" presName="hierChild4" presStyleCnt="0"/>
      <dgm:spPr/>
    </dgm:pt>
    <dgm:pt modelId="{B5ECE3C9-4C26-4474-8648-E7184D6AA913}" type="pres">
      <dgm:prSet presAssocID="{AC0FD490-E268-45BB-9F12-F7A95A78854E}" presName="Name17" presStyleLbl="parChTrans1D3" presStyleIdx="3" presStyleCnt="6"/>
      <dgm:spPr/>
    </dgm:pt>
    <dgm:pt modelId="{9F405B41-2005-4EFF-9562-50458A9F7B14}" type="pres">
      <dgm:prSet presAssocID="{78882C50-EFD3-484A-8C4B-E06CF80280A5}" presName="hierRoot3" presStyleCnt="0"/>
      <dgm:spPr/>
    </dgm:pt>
    <dgm:pt modelId="{B1C9CB8B-F68E-452F-9C92-EDA1CCA83650}" type="pres">
      <dgm:prSet presAssocID="{78882C50-EFD3-484A-8C4B-E06CF80280A5}" presName="composite3" presStyleCnt="0"/>
      <dgm:spPr/>
    </dgm:pt>
    <dgm:pt modelId="{4E528F82-A509-472A-8587-A32EE8580F8A}" type="pres">
      <dgm:prSet presAssocID="{78882C50-EFD3-484A-8C4B-E06CF80280A5}" presName="background3" presStyleLbl="node3" presStyleIdx="3" presStyleCnt="6"/>
      <dgm:spPr/>
    </dgm:pt>
    <dgm:pt modelId="{AED8ADFC-680E-4547-8B08-D8C81D8A7F49}" type="pres">
      <dgm:prSet presAssocID="{78882C50-EFD3-484A-8C4B-E06CF80280A5}" presName="text3" presStyleLbl="fgAcc3" presStyleIdx="3" presStyleCnt="6" custScaleX="177548" custScaleY="150418">
        <dgm:presLayoutVars>
          <dgm:chPref val="3"/>
        </dgm:presLayoutVars>
      </dgm:prSet>
      <dgm:spPr/>
    </dgm:pt>
    <dgm:pt modelId="{C2AC0451-E07E-4F61-BEE1-F7F68F1F11F6}" type="pres">
      <dgm:prSet presAssocID="{78882C50-EFD3-484A-8C4B-E06CF80280A5}" presName="hierChild4" presStyleCnt="0"/>
      <dgm:spPr/>
    </dgm:pt>
    <dgm:pt modelId="{6768B3F6-C451-4E26-899D-FF60AB777469}" type="pres">
      <dgm:prSet presAssocID="{5982DBD4-6FD9-4B26-BD23-ABCF02F1B07E}" presName="Name10" presStyleLbl="parChTrans1D2" presStyleIdx="3" presStyleCnt="4"/>
      <dgm:spPr/>
    </dgm:pt>
    <dgm:pt modelId="{3A690E7C-7109-41BC-A710-E43A1CD087D6}" type="pres">
      <dgm:prSet presAssocID="{9B9B3EA2-02CC-408E-BF02-62D3C304936E}" presName="hierRoot2" presStyleCnt="0"/>
      <dgm:spPr/>
    </dgm:pt>
    <dgm:pt modelId="{D1B0CFF4-20C3-4F63-BEB2-7F04C5C5924A}" type="pres">
      <dgm:prSet presAssocID="{9B9B3EA2-02CC-408E-BF02-62D3C304936E}" presName="composite2" presStyleCnt="0"/>
      <dgm:spPr/>
    </dgm:pt>
    <dgm:pt modelId="{EB0082CE-1232-446D-BB5D-6013D166A103}" type="pres">
      <dgm:prSet presAssocID="{9B9B3EA2-02CC-408E-BF02-62D3C304936E}" presName="background2" presStyleLbl="node2" presStyleIdx="3" presStyleCnt="4"/>
      <dgm:spPr/>
    </dgm:pt>
    <dgm:pt modelId="{780EE642-D4D4-4030-B7D0-F558286762A1}" type="pres">
      <dgm:prSet presAssocID="{9B9B3EA2-02CC-408E-BF02-62D3C304936E}" presName="text2" presStyleLbl="fgAcc2" presStyleIdx="3" presStyleCnt="4" custScaleX="223862" custScaleY="109162">
        <dgm:presLayoutVars>
          <dgm:chPref val="3"/>
        </dgm:presLayoutVars>
      </dgm:prSet>
      <dgm:spPr/>
    </dgm:pt>
    <dgm:pt modelId="{C33874DD-32C6-4879-B00F-BD86397AEE09}" type="pres">
      <dgm:prSet presAssocID="{9B9B3EA2-02CC-408E-BF02-62D3C304936E}" presName="hierChild3" presStyleCnt="0"/>
      <dgm:spPr/>
    </dgm:pt>
    <dgm:pt modelId="{81C4D28E-EE3B-4BA9-B3CA-8B3CBBE55402}" type="pres">
      <dgm:prSet presAssocID="{720F9DC0-0F3A-46F4-99B8-2AB8AA38812C}" presName="Name17" presStyleLbl="parChTrans1D3" presStyleIdx="4" presStyleCnt="6"/>
      <dgm:spPr/>
    </dgm:pt>
    <dgm:pt modelId="{023C74C5-24B0-4DB0-B21B-8919CFAF20E8}" type="pres">
      <dgm:prSet presAssocID="{DDF5F5DB-BA02-4000-91AD-03AEC299AFF0}" presName="hierRoot3" presStyleCnt="0"/>
      <dgm:spPr/>
    </dgm:pt>
    <dgm:pt modelId="{B048AEAB-D302-40B6-BFB5-E173019773B6}" type="pres">
      <dgm:prSet presAssocID="{DDF5F5DB-BA02-4000-91AD-03AEC299AFF0}" presName="composite3" presStyleCnt="0"/>
      <dgm:spPr/>
    </dgm:pt>
    <dgm:pt modelId="{6A1A49C4-089F-4322-8723-B92302161A80}" type="pres">
      <dgm:prSet presAssocID="{DDF5F5DB-BA02-4000-91AD-03AEC299AFF0}" presName="background3" presStyleLbl="node3" presStyleIdx="4" presStyleCnt="6"/>
      <dgm:spPr/>
    </dgm:pt>
    <dgm:pt modelId="{333C7C06-EF04-4681-8262-8A5575A33DEE}" type="pres">
      <dgm:prSet presAssocID="{DDF5F5DB-BA02-4000-91AD-03AEC299AFF0}" presName="text3" presStyleLbl="fgAcc3" presStyleIdx="4" presStyleCnt="6" custScaleX="177548" custScaleY="150418">
        <dgm:presLayoutVars>
          <dgm:chPref val="3"/>
        </dgm:presLayoutVars>
      </dgm:prSet>
      <dgm:spPr/>
    </dgm:pt>
    <dgm:pt modelId="{6A0E5CA2-855E-4168-81E3-70FF714A80CD}" type="pres">
      <dgm:prSet presAssocID="{DDF5F5DB-BA02-4000-91AD-03AEC299AFF0}" presName="hierChild4" presStyleCnt="0"/>
      <dgm:spPr/>
    </dgm:pt>
    <dgm:pt modelId="{6ABB433B-B81C-4EDB-8788-788E54D118E6}" type="pres">
      <dgm:prSet presAssocID="{76E2596D-4FC6-4289-8517-3436C4876D3D}" presName="Name17" presStyleLbl="parChTrans1D3" presStyleIdx="5" presStyleCnt="6"/>
      <dgm:spPr/>
    </dgm:pt>
    <dgm:pt modelId="{E3E60FAA-0B48-48C9-9018-1C0FDEC03B4D}" type="pres">
      <dgm:prSet presAssocID="{870E3ED3-3119-487E-914E-3FB6DB78A537}" presName="hierRoot3" presStyleCnt="0"/>
      <dgm:spPr/>
    </dgm:pt>
    <dgm:pt modelId="{80253965-5968-4103-AC13-C3591BEA6529}" type="pres">
      <dgm:prSet presAssocID="{870E3ED3-3119-487E-914E-3FB6DB78A537}" presName="composite3" presStyleCnt="0"/>
      <dgm:spPr/>
    </dgm:pt>
    <dgm:pt modelId="{06F17C85-FB09-49F1-B31C-314DBB5CE1D6}" type="pres">
      <dgm:prSet presAssocID="{870E3ED3-3119-487E-914E-3FB6DB78A537}" presName="background3" presStyleLbl="node3" presStyleIdx="5" presStyleCnt="6"/>
      <dgm:spPr/>
    </dgm:pt>
    <dgm:pt modelId="{ECCD9AFB-BC39-48C6-8CAC-A1E473ED1554}" type="pres">
      <dgm:prSet presAssocID="{870E3ED3-3119-487E-914E-3FB6DB78A537}" presName="text3" presStyleLbl="fgAcc3" presStyleIdx="5" presStyleCnt="6" custScaleX="177548" custScaleY="150418">
        <dgm:presLayoutVars>
          <dgm:chPref val="3"/>
        </dgm:presLayoutVars>
      </dgm:prSet>
      <dgm:spPr/>
    </dgm:pt>
    <dgm:pt modelId="{3755C006-3660-4081-AC8F-D8D042C2946A}" type="pres">
      <dgm:prSet presAssocID="{870E3ED3-3119-487E-914E-3FB6DB78A537}" presName="hierChild4" presStyleCnt="0"/>
      <dgm:spPr/>
    </dgm:pt>
  </dgm:ptLst>
  <dgm:cxnLst>
    <dgm:cxn modelId="{734B5505-7F1F-4616-8F32-78E61FDBDFA4}" type="presOf" srcId="{22191BEA-8BF2-4C21-85AF-B347F7156CA1}" destId="{E7095334-004D-491F-985B-C50BE9CEAC2C}" srcOrd="0" destOrd="0" presId="urn:microsoft.com/office/officeart/2005/8/layout/hierarchy1"/>
    <dgm:cxn modelId="{BA23CC0A-EB8C-4146-A07E-33CDA6F625EA}" srcId="{3ECF954E-15D8-4D5B-AEE3-01EBCD48E086}" destId="{C8757B46-0C2E-4174-A4DE-D21DFA84AE7D}" srcOrd="0" destOrd="0" parTransId="{2BF0FDA7-A551-4F86-BF32-226F2DD1F8C6}" sibTransId="{FA27CF55-660D-4A99-8FBD-5515F14C0A64}"/>
    <dgm:cxn modelId="{A9437D0B-40F4-4E2B-8A80-AD39C0EC733A}" srcId="{9B9B3EA2-02CC-408E-BF02-62D3C304936E}" destId="{DDF5F5DB-BA02-4000-91AD-03AEC299AFF0}" srcOrd="0" destOrd="0" parTransId="{720F9DC0-0F3A-46F4-99B8-2AB8AA38812C}" sibTransId="{CD5395D8-EC38-4062-B4B7-0202BD4C00FA}"/>
    <dgm:cxn modelId="{ABAF7A0D-D7D1-4DE2-BAED-CE48A16A62B8}" srcId="{B8867B3F-C5D4-40D3-8241-DE970BF788BF}" destId="{051889D9-3652-4FEF-AD72-4A0F138D3140}" srcOrd="0" destOrd="0" parTransId="{C4E69D29-75C0-4DA9-9DBA-10CFFF1744ED}" sibTransId="{13A8BC96-080F-4AEF-A828-A3E4398B24F9}"/>
    <dgm:cxn modelId="{97FAF218-06E1-42AF-9C0D-FEF49E475AD1}" srcId="{051889D9-3652-4FEF-AD72-4A0F138D3140}" destId="{9B9B3EA2-02CC-408E-BF02-62D3C304936E}" srcOrd="3" destOrd="0" parTransId="{5982DBD4-6FD9-4B26-BD23-ABCF02F1B07E}" sibTransId="{65CED26C-2B86-4174-B88A-10BBE4A87CEB}"/>
    <dgm:cxn modelId="{CBBC9B19-F751-478B-82FB-A0FAAE5CFDE5}" srcId="{9B9B3EA2-02CC-408E-BF02-62D3C304936E}" destId="{870E3ED3-3119-487E-914E-3FB6DB78A537}" srcOrd="1" destOrd="0" parTransId="{76E2596D-4FC6-4289-8517-3436C4876D3D}" sibTransId="{1A41171F-E75F-4F57-B69E-A55ED52FA884}"/>
    <dgm:cxn modelId="{C16F731E-A6DC-4421-B901-964172C7719F}" type="presOf" srcId="{76E2596D-4FC6-4289-8517-3436C4876D3D}" destId="{6ABB433B-B81C-4EDB-8788-788E54D118E6}" srcOrd="0" destOrd="0" presId="urn:microsoft.com/office/officeart/2005/8/layout/hierarchy1"/>
    <dgm:cxn modelId="{BC92D020-1396-424A-A2DB-2730D0D95AF2}" type="presOf" srcId="{8803C55E-3ED3-4A50-9142-C776B012F404}" destId="{D484CE57-A8A8-4742-A5A2-D20E5AE9114F}" srcOrd="0" destOrd="0" presId="urn:microsoft.com/office/officeart/2005/8/layout/hierarchy1"/>
    <dgm:cxn modelId="{B8B2C423-40DD-4BEB-82F8-08927CA0670B}" srcId="{F50328A5-BBB5-4A3B-8B8B-71AAE8A7A62D}" destId="{78882C50-EFD3-484A-8C4B-E06CF80280A5}" srcOrd="1" destOrd="0" parTransId="{AC0FD490-E268-45BB-9F12-F7A95A78854E}" sibTransId="{B0147218-25E2-42C5-9173-A026E513E980}"/>
    <dgm:cxn modelId="{4817A35F-93DC-40E5-AE30-EA3EA46B13EB}" srcId="{051889D9-3652-4FEF-AD72-4A0F138D3140}" destId="{8803C55E-3ED3-4A50-9142-C776B012F404}" srcOrd="0" destOrd="0" parTransId="{57405B1A-7003-4F7B-A525-A9852A54284B}" sibTransId="{CAFD7A64-6E56-4F3A-B382-8CD0A988205C}"/>
    <dgm:cxn modelId="{0D124563-0B4C-4A55-8201-A4B90F33C064}" srcId="{5C3A7A3B-F2AE-4CDE-9AAB-84D36FF0DB43}" destId="{CB8CF353-8CE5-4F32-AD18-76E511346D77}" srcOrd="0" destOrd="0" parTransId="{3905709A-C84D-4ABC-B629-8D4AA7930C1C}" sibTransId="{F177AA7F-6606-4F8A-9CDB-3B8DCE8513D8}"/>
    <dgm:cxn modelId="{B883D663-24AC-418D-AEA3-50ABDE3D3E90}" type="presOf" srcId="{870E3ED3-3119-487E-914E-3FB6DB78A537}" destId="{ECCD9AFB-BC39-48C6-8CAC-A1E473ED1554}" srcOrd="0" destOrd="0" presId="urn:microsoft.com/office/officeart/2005/8/layout/hierarchy1"/>
    <dgm:cxn modelId="{72360846-4E97-46F1-8766-EFCCCDF87743}" type="presOf" srcId="{DDF5F5DB-BA02-4000-91AD-03AEC299AFF0}" destId="{333C7C06-EF04-4681-8262-8A5575A33DEE}" srcOrd="0" destOrd="0" presId="urn:microsoft.com/office/officeart/2005/8/layout/hierarchy1"/>
    <dgm:cxn modelId="{BC70E867-185A-4612-B83B-DDDA1E0F949A}" type="presOf" srcId="{720F9DC0-0F3A-46F4-99B8-2AB8AA38812C}" destId="{81C4D28E-EE3B-4BA9-B3CA-8B3CBBE55402}" srcOrd="0" destOrd="0" presId="urn:microsoft.com/office/officeart/2005/8/layout/hierarchy1"/>
    <dgm:cxn modelId="{D6FEDF6A-9400-4987-AA98-2555A1D4817F}" type="presOf" srcId="{051889D9-3652-4FEF-AD72-4A0F138D3140}" destId="{126DDD77-9E8D-4EBE-97FA-26ADB6E19416}" srcOrd="0" destOrd="0" presId="urn:microsoft.com/office/officeart/2005/8/layout/hierarchy1"/>
    <dgm:cxn modelId="{7D2F2C71-E128-487B-8174-73BD31ECC9CA}" type="presOf" srcId="{F50328A5-BBB5-4A3B-8B8B-71AAE8A7A62D}" destId="{8B0108D5-C02E-4DC7-8B74-8A6960CAF73B}" srcOrd="0" destOrd="0" presId="urn:microsoft.com/office/officeart/2005/8/layout/hierarchy1"/>
    <dgm:cxn modelId="{C5CDE678-E9CB-4550-855F-D445968B8F1F}" type="presOf" srcId="{7EDD989F-7E28-4CD1-BB9B-6F4A4D3E4533}" destId="{F6363B18-AF7A-4A3F-B96C-8D98E0144535}" srcOrd="0" destOrd="0" presId="urn:microsoft.com/office/officeart/2005/8/layout/hierarchy1"/>
    <dgm:cxn modelId="{B5BA4182-2B2C-4AD8-A422-3610D1B1B926}" type="presOf" srcId="{2BF0FDA7-A551-4F86-BF32-226F2DD1F8C6}" destId="{19A5E5A3-4B60-401F-8840-61C484C0B889}" srcOrd="0" destOrd="0" presId="urn:microsoft.com/office/officeart/2005/8/layout/hierarchy1"/>
    <dgm:cxn modelId="{1113E68F-88EA-4AA4-84DB-D4DD96697018}" srcId="{051889D9-3652-4FEF-AD72-4A0F138D3140}" destId="{5C3A7A3B-F2AE-4CDE-9AAB-84D36FF0DB43}" srcOrd="1" destOrd="0" parTransId="{7EDD989F-7E28-4CD1-BB9B-6F4A4D3E4533}" sibTransId="{89FD25F5-DC79-44EC-99B7-18962C40F81D}"/>
    <dgm:cxn modelId="{32FB0691-29D0-449D-B888-D60E676F80C5}" type="presOf" srcId="{28418A4C-2927-4020-AC8E-67B9B7B8F236}" destId="{1F94FAD2-C72B-4BE0-A403-BC20C7107BB8}" srcOrd="0" destOrd="0" presId="urn:microsoft.com/office/officeart/2005/8/layout/hierarchy1"/>
    <dgm:cxn modelId="{B41A1992-76C6-427C-B2A6-EA3D0DE59899}" type="presOf" srcId="{789EE329-852F-4DF5-958E-1410CBCB3A3E}" destId="{3BF3FC07-C261-46ED-9ED0-E4EAC8154C4A}" srcOrd="0" destOrd="0" presId="urn:microsoft.com/office/officeart/2005/8/layout/hierarchy1"/>
    <dgm:cxn modelId="{EF1FD192-16BA-4CB3-9AB5-BC1CBA4DD0E4}" srcId="{051889D9-3652-4FEF-AD72-4A0F138D3140}" destId="{F50328A5-BBB5-4A3B-8B8B-71AAE8A7A62D}" srcOrd="2" destOrd="0" parTransId="{8F28867A-9D87-456D-8F36-23EA1EF59A58}" sibTransId="{445FA2F2-0FE0-436E-A1F3-D02AF7AF19E0}"/>
    <dgm:cxn modelId="{2E9F3898-B4E9-4666-928F-173445ADFEB9}" type="presOf" srcId="{3ECF954E-15D8-4D5B-AEE3-01EBCD48E086}" destId="{38475740-15ED-4CA9-9018-190798788ECD}" srcOrd="0" destOrd="0" presId="urn:microsoft.com/office/officeart/2005/8/layout/hierarchy1"/>
    <dgm:cxn modelId="{BD6E6E9C-834A-4CDD-B38A-E31A2DF1E461}" type="presOf" srcId="{5C3A7A3B-F2AE-4CDE-9AAB-84D36FF0DB43}" destId="{93C859A6-0A61-4BA2-871B-20210F472914}" srcOrd="0" destOrd="0" presId="urn:microsoft.com/office/officeart/2005/8/layout/hierarchy1"/>
    <dgm:cxn modelId="{1B3BA5AA-E50D-4AED-AE61-D002C6F7CFD8}" type="presOf" srcId="{3905709A-C84D-4ABC-B629-8D4AA7930C1C}" destId="{BCF36EB5-9384-41AE-BA12-5E06B88DE325}" srcOrd="0" destOrd="0" presId="urn:microsoft.com/office/officeart/2005/8/layout/hierarchy1"/>
    <dgm:cxn modelId="{15E4F1AD-C422-4D3A-87F8-833549D90897}" type="presOf" srcId="{B8867B3F-C5D4-40D3-8241-DE970BF788BF}" destId="{3EFE4DA0-8F56-48BC-9918-2EC29C751CF6}" srcOrd="0" destOrd="0" presId="urn:microsoft.com/office/officeart/2005/8/layout/hierarchy1"/>
    <dgm:cxn modelId="{1B23FFAD-6F3C-4DA9-AF95-6D6AA0EF5C42}" type="presOf" srcId="{CB8CF353-8CE5-4F32-AD18-76E511346D77}" destId="{24D35D76-A471-4619-8A49-F1C24787177C}" srcOrd="0" destOrd="0" presId="urn:microsoft.com/office/officeart/2005/8/layout/hierarchy1"/>
    <dgm:cxn modelId="{BC46F3B4-2AA2-4A09-8A36-BAFF09408008}" type="presOf" srcId="{78882C50-EFD3-484A-8C4B-E06CF80280A5}" destId="{AED8ADFC-680E-4547-8B08-D8C81D8A7F49}" srcOrd="0" destOrd="0" presId="urn:microsoft.com/office/officeart/2005/8/layout/hierarchy1"/>
    <dgm:cxn modelId="{A79B54B5-5EA5-47FF-B657-06F813B3F44C}" srcId="{F50328A5-BBB5-4A3B-8B8B-71AAE8A7A62D}" destId="{789EE329-852F-4DF5-958E-1410CBCB3A3E}" srcOrd="0" destOrd="0" parTransId="{22191BEA-8BF2-4C21-85AF-B347F7156CA1}" sibTransId="{09BC7200-1B4A-4F79-B232-CA45121F3EC7}"/>
    <dgm:cxn modelId="{5FBB99BD-55EC-475A-8086-AFBBC2440F2B}" type="presOf" srcId="{9B9B3EA2-02CC-408E-BF02-62D3C304936E}" destId="{780EE642-D4D4-4030-B7D0-F558286762A1}" srcOrd="0" destOrd="0" presId="urn:microsoft.com/office/officeart/2005/8/layout/hierarchy1"/>
    <dgm:cxn modelId="{B79BA5C9-660D-4AD1-8F34-91CB2892ABB1}" type="presOf" srcId="{5982DBD4-6FD9-4B26-BD23-ABCF02F1B07E}" destId="{6768B3F6-C451-4E26-899D-FF60AB777469}" srcOrd="0" destOrd="0" presId="urn:microsoft.com/office/officeart/2005/8/layout/hierarchy1"/>
    <dgm:cxn modelId="{344FC2CC-03F2-4AF4-96CF-6C4862E59C2A}" type="presOf" srcId="{C8757B46-0C2E-4174-A4DE-D21DFA84AE7D}" destId="{2AC3517C-38AE-4683-BC8A-AE1E3C86B0F7}" srcOrd="0" destOrd="0" presId="urn:microsoft.com/office/officeart/2005/8/layout/hierarchy1"/>
    <dgm:cxn modelId="{2C9B14CF-D2DF-48DB-8BE4-0FBAC0B70B64}" type="presOf" srcId="{AC0FD490-E268-45BB-9F12-F7A95A78854E}" destId="{B5ECE3C9-4C26-4474-8648-E7184D6AA913}" srcOrd="0" destOrd="0" presId="urn:microsoft.com/office/officeart/2005/8/layout/hierarchy1"/>
    <dgm:cxn modelId="{C8029DEA-26C4-4B5C-8CA8-515FEE52A8AB}" type="presOf" srcId="{8F28867A-9D87-456D-8F36-23EA1EF59A58}" destId="{9EEE71CF-7856-4B1D-A1D6-A617AEC6742B}" srcOrd="0" destOrd="0" presId="urn:microsoft.com/office/officeart/2005/8/layout/hierarchy1"/>
    <dgm:cxn modelId="{35EA77EE-48CE-4ACF-B831-42D02AE4A82E}" srcId="{8803C55E-3ED3-4A50-9142-C776B012F404}" destId="{3ECF954E-15D8-4D5B-AEE3-01EBCD48E086}" srcOrd="0" destOrd="0" parTransId="{28418A4C-2927-4020-AC8E-67B9B7B8F236}" sibTransId="{7A75AB4A-F428-4B08-BEF9-7C338506D77B}"/>
    <dgm:cxn modelId="{F9A276FF-B00C-4013-AFDD-BB5B8C33358A}" type="presOf" srcId="{57405B1A-7003-4F7B-A525-A9852A54284B}" destId="{02E25B0A-73CD-477D-9BF8-811F42673BEE}" srcOrd="0" destOrd="0" presId="urn:microsoft.com/office/officeart/2005/8/layout/hierarchy1"/>
    <dgm:cxn modelId="{347FC39E-F36B-4FCD-AD95-4F9970A1C720}" type="presParOf" srcId="{3EFE4DA0-8F56-48BC-9918-2EC29C751CF6}" destId="{8D9822DB-C9D9-43D0-A878-FADE1AB687BF}" srcOrd="0" destOrd="0" presId="urn:microsoft.com/office/officeart/2005/8/layout/hierarchy1"/>
    <dgm:cxn modelId="{54DBF98C-FD19-4007-8703-8DD12AC62026}" type="presParOf" srcId="{8D9822DB-C9D9-43D0-A878-FADE1AB687BF}" destId="{17D20201-B5D8-4DD0-9176-7DF5373C54FE}" srcOrd="0" destOrd="0" presId="urn:microsoft.com/office/officeart/2005/8/layout/hierarchy1"/>
    <dgm:cxn modelId="{212C0FA7-3D11-4F70-8DBA-9C0F13ADBC89}" type="presParOf" srcId="{17D20201-B5D8-4DD0-9176-7DF5373C54FE}" destId="{2F13500A-8317-40C3-A971-334E5525BC4F}" srcOrd="0" destOrd="0" presId="urn:microsoft.com/office/officeart/2005/8/layout/hierarchy1"/>
    <dgm:cxn modelId="{96623081-14B2-40E9-8217-B09AA5F04596}" type="presParOf" srcId="{17D20201-B5D8-4DD0-9176-7DF5373C54FE}" destId="{126DDD77-9E8D-4EBE-97FA-26ADB6E19416}" srcOrd="1" destOrd="0" presId="urn:microsoft.com/office/officeart/2005/8/layout/hierarchy1"/>
    <dgm:cxn modelId="{DD86495A-5986-49DA-9CE7-A257A5BA3AE7}" type="presParOf" srcId="{8D9822DB-C9D9-43D0-A878-FADE1AB687BF}" destId="{E3820887-5709-40AE-AF4A-2EF40933E2A0}" srcOrd="1" destOrd="0" presId="urn:microsoft.com/office/officeart/2005/8/layout/hierarchy1"/>
    <dgm:cxn modelId="{11BAA9FE-E715-41C8-92F4-5F02475013FE}" type="presParOf" srcId="{E3820887-5709-40AE-AF4A-2EF40933E2A0}" destId="{02E25B0A-73CD-477D-9BF8-811F42673BEE}" srcOrd="0" destOrd="0" presId="urn:microsoft.com/office/officeart/2005/8/layout/hierarchy1"/>
    <dgm:cxn modelId="{9C3E2031-1ED4-4D26-B0B5-3F4B2FF38E53}" type="presParOf" srcId="{E3820887-5709-40AE-AF4A-2EF40933E2A0}" destId="{3974EE3B-79A0-4FA6-8CDF-D6330B1DFBCB}" srcOrd="1" destOrd="0" presId="urn:microsoft.com/office/officeart/2005/8/layout/hierarchy1"/>
    <dgm:cxn modelId="{9CD36989-CE18-4925-BF49-285A92235E17}" type="presParOf" srcId="{3974EE3B-79A0-4FA6-8CDF-D6330B1DFBCB}" destId="{01EA4A93-974D-4A14-95C5-C19CEB972818}" srcOrd="0" destOrd="0" presId="urn:microsoft.com/office/officeart/2005/8/layout/hierarchy1"/>
    <dgm:cxn modelId="{5AFA1924-352A-468C-9B4D-61194748EEE9}" type="presParOf" srcId="{01EA4A93-974D-4A14-95C5-C19CEB972818}" destId="{F01DB3B1-B511-46D5-8E5C-033D4B0C1C8D}" srcOrd="0" destOrd="0" presId="urn:microsoft.com/office/officeart/2005/8/layout/hierarchy1"/>
    <dgm:cxn modelId="{D9A9C87F-90CA-43BE-A9E2-1C9919C14395}" type="presParOf" srcId="{01EA4A93-974D-4A14-95C5-C19CEB972818}" destId="{D484CE57-A8A8-4742-A5A2-D20E5AE9114F}" srcOrd="1" destOrd="0" presId="urn:microsoft.com/office/officeart/2005/8/layout/hierarchy1"/>
    <dgm:cxn modelId="{9C323F8E-D39A-483C-A899-3055FEACE856}" type="presParOf" srcId="{3974EE3B-79A0-4FA6-8CDF-D6330B1DFBCB}" destId="{109B1F47-0028-4020-8EFA-A0B474BA9E18}" srcOrd="1" destOrd="0" presId="urn:microsoft.com/office/officeart/2005/8/layout/hierarchy1"/>
    <dgm:cxn modelId="{633A0F86-13B5-4DF3-AA6A-BE8E8E5087DD}" type="presParOf" srcId="{109B1F47-0028-4020-8EFA-A0B474BA9E18}" destId="{1F94FAD2-C72B-4BE0-A403-BC20C7107BB8}" srcOrd="0" destOrd="0" presId="urn:microsoft.com/office/officeart/2005/8/layout/hierarchy1"/>
    <dgm:cxn modelId="{BC71A6D3-5DD8-4347-901C-75F27BE376C9}" type="presParOf" srcId="{109B1F47-0028-4020-8EFA-A0B474BA9E18}" destId="{8C070256-F610-4159-ABDC-A1FE01781E24}" srcOrd="1" destOrd="0" presId="urn:microsoft.com/office/officeart/2005/8/layout/hierarchy1"/>
    <dgm:cxn modelId="{A74750D1-57ED-4B0C-A88F-6345EE954E9E}" type="presParOf" srcId="{8C070256-F610-4159-ABDC-A1FE01781E24}" destId="{CF59D60E-8522-45B9-A2E3-09B16C172AB3}" srcOrd="0" destOrd="0" presId="urn:microsoft.com/office/officeart/2005/8/layout/hierarchy1"/>
    <dgm:cxn modelId="{409DDA0E-2DDD-4389-A08F-409639D1D7EE}" type="presParOf" srcId="{CF59D60E-8522-45B9-A2E3-09B16C172AB3}" destId="{9962C79B-98CE-49FA-B2F7-053E10BB4AD5}" srcOrd="0" destOrd="0" presId="urn:microsoft.com/office/officeart/2005/8/layout/hierarchy1"/>
    <dgm:cxn modelId="{A7D75E17-7A6E-463A-9B7B-C1C1583F2D72}" type="presParOf" srcId="{CF59D60E-8522-45B9-A2E3-09B16C172AB3}" destId="{38475740-15ED-4CA9-9018-190798788ECD}" srcOrd="1" destOrd="0" presId="urn:microsoft.com/office/officeart/2005/8/layout/hierarchy1"/>
    <dgm:cxn modelId="{DB864B37-3393-4D3B-AA51-F6A6FC2C0236}" type="presParOf" srcId="{8C070256-F610-4159-ABDC-A1FE01781E24}" destId="{6D77E21C-D5F7-4186-8E0A-B00B117BC69B}" srcOrd="1" destOrd="0" presId="urn:microsoft.com/office/officeart/2005/8/layout/hierarchy1"/>
    <dgm:cxn modelId="{8733AEF2-7B97-4F9D-8EB1-F5951394C85B}" type="presParOf" srcId="{6D77E21C-D5F7-4186-8E0A-B00B117BC69B}" destId="{19A5E5A3-4B60-401F-8840-61C484C0B889}" srcOrd="0" destOrd="0" presId="urn:microsoft.com/office/officeart/2005/8/layout/hierarchy1"/>
    <dgm:cxn modelId="{74DAF470-300B-4133-8E03-24CAA0BE75C6}" type="presParOf" srcId="{6D77E21C-D5F7-4186-8E0A-B00B117BC69B}" destId="{FCED45A7-A3E8-4DBB-9D49-4F8A14A2F2AC}" srcOrd="1" destOrd="0" presId="urn:microsoft.com/office/officeart/2005/8/layout/hierarchy1"/>
    <dgm:cxn modelId="{B95BC9CD-CB01-473C-BD56-90EFC85C8934}" type="presParOf" srcId="{FCED45A7-A3E8-4DBB-9D49-4F8A14A2F2AC}" destId="{74B84DC6-FF77-4764-8B64-68026A88A13C}" srcOrd="0" destOrd="0" presId="urn:microsoft.com/office/officeart/2005/8/layout/hierarchy1"/>
    <dgm:cxn modelId="{CACBCF32-70D9-40EE-BAE1-FCC5D6B1ABB4}" type="presParOf" srcId="{74B84DC6-FF77-4764-8B64-68026A88A13C}" destId="{9BE276DF-7E64-4EC0-A705-EE6C52A3C6E8}" srcOrd="0" destOrd="0" presId="urn:microsoft.com/office/officeart/2005/8/layout/hierarchy1"/>
    <dgm:cxn modelId="{707D9BF6-1ADE-4909-BE3A-C0AF0D6EE307}" type="presParOf" srcId="{74B84DC6-FF77-4764-8B64-68026A88A13C}" destId="{2AC3517C-38AE-4683-BC8A-AE1E3C86B0F7}" srcOrd="1" destOrd="0" presId="urn:microsoft.com/office/officeart/2005/8/layout/hierarchy1"/>
    <dgm:cxn modelId="{7F71370C-6FE2-4865-BD7C-39093E8A558B}" type="presParOf" srcId="{FCED45A7-A3E8-4DBB-9D49-4F8A14A2F2AC}" destId="{DAF56D58-C44B-4988-8463-5B9D651A2553}" srcOrd="1" destOrd="0" presId="urn:microsoft.com/office/officeart/2005/8/layout/hierarchy1"/>
    <dgm:cxn modelId="{50D71B2E-B6E9-4471-9457-5B877AFD051E}" type="presParOf" srcId="{E3820887-5709-40AE-AF4A-2EF40933E2A0}" destId="{F6363B18-AF7A-4A3F-B96C-8D98E0144535}" srcOrd="2" destOrd="0" presId="urn:microsoft.com/office/officeart/2005/8/layout/hierarchy1"/>
    <dgm:cxn modelId="{72349B4D-7A95-4637-A8C3-67D024646295}" type="presParOf" srcId="{E3820887-5709-40AE-AF4A-2EF40933E2A0}" destId="{16696D40-AB01-4BB8-B728-3E422DA5419E}" srcOrd="3" destOrd="0" presId="urn:microsoft.com/office/officeart/2005/8/layout/hierarchy1"/>
    <dgm:cxn modelId="{B38ECD38-4BBA-4578-BD76-2374FBF68B24}" type="presParOf" srcId="{16696D40-AB01-4BB8-B728-3E422DA5419E}" destId="{554C2EFB-197E-4514-BB87-121678919EB3}" srcOrd="0" destOrd="0" presId="urn:microsoft.com/office/officeart/2005/8/layout/hierarchy1"/>
    <dgm:cxn modelId="{9B742CD3-D1C3-4ED2-9433-EAD87305717D}" type="presParOf" srcId="{554C2EFB-197E-4514-BB87-121678919EB3}" destId="{C3B8E1FD-D066-40F3-98B4-44DF1549B247}" srcOrd="0" destOrd="0" presId="urn:microsoft.com/office/officeart/2005/8/layout/hierarchy1"/>
    <dgm:cxn modelId="{EEFCE6D9-EE5B-416E-9246-A568DC91484E}" type="presParOf" srcId="{554C2EFB-197E-4514-BB87-121678919EB3}" destId="{93C859A6-0A61-4BA2-871B-20210F472914}" srcOrd="1" destOrd="0" presId="urn:microsoft.com/office/officeart/2005/8/layout/hierarchy1"/>
    <dgm:cxn modelId="{E2A06D39-894D-4AE2-95B0-49208BD1B8DA}" type="presParOf" srcId="{16696D40-AB01-4BB8-B728-3E422DA5419E}" destId="{BE69A723-C613-4701-A40B-48631C050827}" srcOrd="1" destOrd="0" presId="urn:microsoft.com/office/officeart/2005/8/layout/hierarchy1"/>
    <dgm:cxn modelId="{DD6C8870-84FD-4DDF-B421-A8B1A2D55EDA}" type="presParOf" srcId="{BE69A723-C613-4701-A40B-48631C050827}" destId="{BCF36EB5-9384-41AE-BA12-5E06B88DE325}" srcOrd="0" destOrd="0" presId="urn:microsoft.com/office/officeart/2005/8/layout/hierarchy1"/>
    <dgm:cxn modelId="{E537CCD4-EEF9-4DD8-B788-239020C24951}" type="presParOf" srcId="{BE69A723-C613-4701-A40B-48631C050827}" destId="{F41FA352-A96B-40CD-9CBF-671B5FD37D6E}" srcOrd="1" destOrd="0" presId="urn:microsoft.com/office/officeart/2005/8/layout/hierarchy1"/>
    <dgm:cxn modelId="{212313EE-4208-423E-BEFF-188C7A81418C}" type="presParOf" srcId="{F41FA352-A96B-40CD-9CBF-671B5FD37D6E}" destId="{FA455B3C-545A-4A30-8C2B-AB18808CB812}" srcOrd="0" destOrd="0" presId="urn:microsoft.com/office/officeart/2005/8/layout/hierarchy1"/>
    <dgm:cxn modelId="{B8EBB526-7345-4F66-A7E8-2D0B5A412168}" type="presParOf" srcId="{FA455B3C-545A-4A30-8C2B-AB18808CB812}" destId="{F70B4507-B9D3-44D3-AE36-72BF0B7FFC77}" srcOrd="0" destOrd="0" presId="urn:microsoft.com/office/officeart/2005/8/layout/hierarchy1"/>
    <dgm:cxn modelId="{00C7EA48-CB9C-47B6-BDAF-EDF4DA256B1C}" type="presParOf" srcId="{FA455B3C-545A-4A30-8C2B-AB18808CB812}" destId="{24D35D76-A471-4619-8A49-F1C24787177C}" srcOrd="1" destOrd="0" presId="urn:microsoft.com/office/officeart/2005/8/layout/hierarchy1"/>
    <dgm:cxn modelId="{9E0AF135-6169-4AED-862E-7D973A8F55AD}" type="presParOf" srcId="{F41FA352-A96B-40CD-9CBF-671B5FD37D6E}" destId="{BC9534F7-49BC-438A-BBF1-8F025C7F582D}" srcOrd="1" destOrd="0" presId="urn:microsoft.com/office/officeart/2005/8/layout/hierarchy1"/>
    <dgm:cxn modelId="{E7003557-49D3-4C92-BFE6-22D64FB98075}" type="presParOf" srcId="{E3820887-5709-40AE-AF4A-2EF40933E2A0}" destId="{9EEE71CF-7856-4B1D-A1D6-A617AEC6742B}" srcOrd="4" destOrd="0" presId="urn:microsoft.com/office/officeart/2005/8/layout/hierarchy1"/>
    <dgm:cxn modelId="{A9277EEC-43A2-49D2-A4C8-35248718AF52}" type="presParOf" srcId="{E3820887-5709-40AE-AF4A-2EF40933E2A0}" destId="{F2DC142A-8B1F-412C-A811-6DA602112ADF}" srcOrd="5" destOrd="0" presId="urn:microsoft.com/office/officeart/2005/8/layout/hierarchy1"/>
    <dgm:cxn modelId="{9A41FFDF-9FC1-4E1C-93B5-5FD35975AD20}" type="presParOf" srcId="{F2DC142A-8B1F-412C-A811-6DA602112ADF}" destId="{293E58CE-3B42-46B6-BA5A-7519986B90D0}" srcOrd="0" destOrd="0" presId="urn:microsoft.com/office/officeart/2005/8/layout/hierarchy1"/>
    <dgm:cxn modelId="{654EF15E-6C5C-47B5-9312-C389051BB59C}" type="presParOf" srcId="{293E58CE-3B42-46B6-BA5A-7519986B90D0}" destId="{15181463-33B4-4DAB-A727-034ED08355A1}" srcOrd="0" destOrd="0" presId="urn:microsoft.com/office/officeart/2005/8/layout/hierarchy1"/>
    <dgm:cxn modelId="{4CDA2730-A957-412C-B018-7AFDFA4CA5FE}" type="presParOf" srcId="{293E58CE-3B42-46B6-BA5A-7519986B90D0}" destId="{8B0108D5-C02E-4DC7-8B74-8A6960CAF73B}" srcOrd="1" destOrd="0" presId="urn:microsoft.com/office/officeart/2005/8/layout/hierarchy1"/>
    <dgm:cxn modelId="{88EEB3EE-3583-4020-A5A2-A5CBCBCBE011}" type="presParOf" srcId="{F2DC142A-8B1F-412C-A811-6DA602112ADF}" destId="{C7A21B83-2F27-42C6-BAA0-0E517DBE198B}" srcOrd="1" destOrd="0" presId="urn:microsoft.com/office/officeart/2005/8/layout/hierarchy1"/>
    <dgm:cxn modelId="{D4962F71-49A6-4996-92C8-B03705AAFF01}" type="presParOf" srcId="{C7A21B83-2F27-42C6-BAA0-0E517DBE198B}" destId="{E7095334-004D-491F-985B-C50BE9CEAC2C}" srcOrd="0" destOrd="0" presId="urn:microsoft.com/office/officeart/2005/8/layout/hierarchy1"/>
    <dgm:cxn modelId="{818B64F2-D3C8-4B23-8338-39B8BD5B8262}" type="presParOf" srcId="{C7A21B83-2F27-42C6-BAA0-0E517DBE198B}" destId="{702FFB85-50AD-4898-BE33-82B9299F71A0}" srcOrd="1" destOrd="0" presId="urn:microsoft.com/office/officeart/2005/8/layout/hierarchy1"/>
    <dgm:cxn modelId="{C609F7BC-A0E9-41EE-9435-BF4814398917}" type="presParOf" srcId="{702FFB85-50AD-4898-BE33-82B9299F71A0}" destId="{F231249A-055C-49D9-B724-6AF292416177}" srcOrd="0" destOrd="0" presId="urn:microsoft.com/office/officeart/2005/8/layout/hierarchy1"/>
    <dgm:cxn modelId="{74F96B1C-971B-4A47-BFE7-3FA685D358E2}" type="presParOf" srcId="{F231249A-055C-49D9-B724-6AF292416177}" destId="{4914EB2D-6B49-4F9B-A790-89AACF325D1D}" srcOrd="0" destOrd="0" presId="urn:microsoft.com/office/officeart/2005/8/layout/hierarchy1"/>
    <dgm:cxn modelId="{1613BF65-3A5E-4C32-9447-2C5040D776D7}" type="presParOf" srcId="{F231249A-055C-49D9-B724-6AF292416177}" destId="{3BF3FC07-C261-46ED-9ED0-E4EAC8154C4A}" srcOrd="1" destOrd="0" presId="urn:microsoft.com/office/officeart/2005/8/layout/hierarchy1"/>
    <dgm:cxn modelId="{832E6DA4-C151-456C-8D14-9B48F28774A5}" type="presParOf" srcId="{702FFB85-50AD-4898-BE33-82B9299F71A0}" destId="{FB952C8B-9871-4764-8322-AC0E7801358F}" srcOrd="1" destOrd="0" presId="urn:microsoft.com/office/officeart/2005/8/layout/hierarchy1"/>
    <dgm:cxn modelId="{21808DFB-2D27-445E-88E9-9A78D38E884F}" type="presParOf" srcId="{C7A21B83-2F27-42C6-BAA0-0E517DBE198B}" destId="{B5ECE3C9-4C26-4474-8648-E7184D6AA913}" srcOrd="2" destOrd="0" presId="urn:microsoft.com/office/officeart/2005/8/layout/hierarchy1"/>
    <dgm:cxn modelId="{5EB21175-D319-4597-A9E4-C018A5DAA292}" type="presParOf" srcId="{C7A21B83-2F27-42C6-BAA0-0E517DBE198B}" destId="{9F405B41-2005-4EFF-9562-50458A9F7B14}" srcOrd="3" destOrd="0" presId="urn:microsoft.com/office/officeart/2005/8/layout/hierarchy1"/>
    <dgm:cxn modelId="{26C2D50D-30DA-4DE7-B0DE-C90762DB1166}" type="presParOf" srcId="{9F405B41-2005-4EFF-9562-50458A9F7B14}" destId="{B1C9CB8B-F68E-452F-9C92-EDA1CCA83650}" srcOrd="0" destOrd="0" presId="urn:microsoft.com/office/officeart/2005/8/layout/hierarchy1"/>
    <dgm:cxn modelId="{932455D4-B00F-4C74-812A-7E3E8981D6BC}" type="presParOf" srcId="{B1C9CB8B-F68E-452F-9C92-EDA1CCA83650}" destId="{4E528F82-A509-472A-8587-A32EE8580F8A}" srcOrd="0" destOrd="0" presId="urn:microsoft.com/office/officeart/2005/8/layout/hierarchy1"/>
    <dgm:cxn modelId="{2C4CC51D-F1AD-4441-A42D-8AD3938A4DA2}" type="presParOf" srcId="{B1C9CB8B-F68E-452F-9C92-EDA1CCA83650}" destId="{AED8ADFC-680E-4547-8B08-D8C81D8A7F49}" srcOrd="1" destOrd="0" presId="urn:microsoft.com/office/officeart/2005/8/layout/hierarchy1"/>
    <dgm:cxn modelId="{C3AB035A-0C62-423C-83DC-3ED0044C4216}" type="presParOf" srcId="{9F405B41-2005-4EFF-9562-50458A9F7B14}" destId="{C2AC0451-E07E-4F61-BEE1-F7F68F1F11F6}" srcOrd="1" destOrd="0" presId="urn:microsoft.com/office/officeart/2005/8/layout/hierarchy1"/>
    <dgm:cxn modelId="{9F1C8A77-9E84-433B-BED8-EA509B720BEB}" type="presParOf" srcId="{E3820887-5709-40AE-AF4A-2EF40933E2A0}" destId="{6768B3F6-C451-4E26-899D-FF60AB777469}" srcOrd="6" destOrd="0" presId="urn:microsoft.com/office/officeart/2005/8/layout/hierarchy1"/>
    <dgm:cxn modelId="{A23A074B-7655-488A-A4D0-BA03EEB29F68}" type="presParOf" srcId="{E3820887-5709-40AE-AF4A-2EF40933E2A0}" destId="{3A690E7C-7109-41BC-A710-E43A1CD087D6}" srcOrd="7" destOrd="0" presId="urn:microsoft.com/office/officeart/2005/8/layout/hierarchy1"/>
    <dgm:cxn modelId="{433E6840-6304-49D0-BF0C-FA9B36A181C1}" type="presParOf" srcId="{3A690E7C-7109-41BC-A710-E43A1CD087D6}" destId="{D1B0CFF4-20C3-4F63-BEB2-7F04C5C5924A}" srcOrd="0" destOrd="0" presId="urn:microsoft.com/office/officeart/2005/8/layout/hierarchy1"/>
    <dgm:cxn modelId="{322BBBAB-4635-4B51-90BE-E780E875A36E}" type="presParOf" srcId="{D1B0CFF4-20C3-4F63-BEB2-7F04C5C5924A}" destId="{EB0082CE-1232-446D-BB5D-6013D166A103}" srcOrd="0" destOrd="0" presId="urn:microsoft.com/office/officeart/2005/8/layout/hierarchy1"/>
    <dgm:cxn modelId="{4B97C963-14BE-435B-9BD5-970A33FB72C5}" type="presParOf" srcId="{D1B0CFF4-20C3-4F63-BEB2-7F04C5C5924A}" destId="{780EE642-D4D4-4030-B7D0-F558286762A1}" srcOrd="1" destOrd="0" presId="urn:microsoft.com/office/officeart/2005/8/layout/hierarchy1"/>
    <dgm:cxn modelId="{24BE95B6-D3E2-4CF8-8BE0-354DCAE3A799}" type="presParOf" srcId="{3A690E7C-7109-41BC-A710-E43A1CD087D6}" destId="{C33874DD-32C6-4879-B00F-BD86397AEE09}" srcOrd="1" destOrd="0" presId="urn:microsoft.com/office/officeart/2005/8/layout/hierarchy1"/>
    <dgm:cxn modelId="{B263C7F5-3853-4975-8C88-9EB0F02609C7}" type="presParOf" srcId="{C33874DD-32C6-4879-B00F-BD86397AEE09}" destId="{81C4D28E-EE3B-4BA9-B3CA-8B3CBBE55402}" srcOrd="0" destOrd="0" presId="urn:microsoft.com/office/officeart/2005/8/layout/hierarchy1"/>
    <dgm:cxn modelId="{AA459BAB-73D6-4EA0-9DC5-03C41685133A}" type="presParOf" srcId="{C33874DD-32C6-4879-B00F-BD86397AEE09}" destId="{023C74C5-24B0-4DB0-B21B-8919CFAF20E8}" srcOrd="1" destOrd="0" presId="urn:microsoft.com/office/officeart/2005/8/layout/hierarchy1"/>
    <dgm:cxn modelId="{3ED43C9A-E9B3-4D19-A295-C135A111E8AC}" type="presParOf" srcId="{023C74C5-24B0-4DB0-B21B-8919CFAF20E8}" destId="{B048AEAB-D302-40B6-BFB5-E173019773B6}" srcOrd="0" destOrd="0" presId="urn:microsoft.com/office/officeart/2005/8/layout/hierarchy1"/>
    <dgm:cxn modelId="{A4900025-AABB-4972-94E5-ABF472A367E7}" type="presParOf" srcId="{B048AEAB-D302-40B6-BFB5-E173019773B6}" destId="{6A1A49C4-089F-4322-8723-B92302161A80}" srcOrd="0" destOrd="0" presId="urn:microsoft.com/office/officeart/2005/8/layout/hierarchy1"/>
    <dgm:cxn modelId="{D2E61932-A68D-45B3-9C6B-B62547E31B88}" type="presParOf" srcId="{B048AEAB-D302-40B6-BFB5-E173019773B6}" destId="{333C7C06-EF04-4681-8262-8A5575A33DEE}" srcOrd="1" destOrd="0" presId="urn:microsoft.com/office/officeart/2005/8/layout/hierarchy1"/>
    <dgm:cxn modelId="{F4BCFD45-26E6-4F4E-A6C8-FD7C533FD57F}" type="presParOf" srcId="{023C74C5-24B0-4DB0-B21B-8919CFAF20E8}" destId="{6A0E5CA2-855E-4168-81E3-70FF714A80CD}" srcOrd="1" destOrd="0" presId="urn:microsoft.com/office/officeart/2005/8/layout/hierarchy1"/>
    <dgm:cxn modelId="{EC98B4F6-CF63-46EA-B015-2E15AEEEF404}" type="presParOf" srcId="{C33874DD-32C6-4879-B00F-BD86397AEE09}" destId="{6ABB433B-B81C-4EDB-8788-788E54D118E6}" srcOrd="2" destOrd="0" presId="urn:microsoft.com/office/officeart/2005/8/layout/hierarchy1"/>
    <dgm:cxn modelId="{D0A8668C-AC1C-45E1-BD93-C8966EAC1037}" type="presParOf" srcId="{C33874DD-32C6-4879-B00F-BD86397AEE09}" destId="{E3E60FAA-0B48-48C9-9018-1C0FDEC03B4D}" srcOrd="3" destOrd="0" presId="urn:microsoft.com/office/officeart/2005/8/layout/hierarchy1"/>
    <dgm:cxn modelId="{7C676873-B3DB-4B3F-86E4-7DB9C5F6986F}" type="presParOf" srcId="{E3E60FAA-0B48-48C9-9018-1C0FDEC03B4D}" destId="{80253965-5968-4103-AC13-C3591BEA6529}" srcOrd="0" destOrd="0" presId="urn:microsoft.com/office/officeart/2005/8/layout/hierarchy1"/>
    <dgm:cxn modelId="{ECEC58D7-F39D-47F7-8F4C-9E7DD8FC0D15}" type="presParOf" srcId="{80253965-5968-4103-AC13-C3591BEA6529}" destId="{06F17C85-FB09-49F1-B31C-314DBB5CE1D6}" srcOrd="0" destOrd="0" presId="urn:microsoft.com/office/officeart/2005/8/layout/hierarchy1"/>
    <dgm:cxn modelId="{DA7CCC2C-8786-4A06-B8C4-228C34C87B3A}" type="presParOf" srcId="{80253965-5968-4103-AC13-C3591BEA6529}" destId="{ECCD9AFB-BC39-48C6-8CAC-A1E473ED1554}" srcOrd="1" destOrd="0" presId="urn:microsoft.com/office/officeart/2005/8/layout/hierarchy1"/>
    <dgm:cxn modelId="{17319EFC-D391-4014-B37A-F69E5C6495F6}" type="presParOf" srcId="{E3E60FAA-0B48-48C9-9018-1C0FDEC03B4D}" destId="{3755C006-3660-4081-AC8F-D8D042C2946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A509DE-4519-4964-A88C-36CAC0AD101E}">
      <dsp:nvSpPr>
        <dsp:cNvPr id="0" name=""/>
        <dsp:cNvSpPr/>
      </dsp:nvSpPr>
      <dsp:spPr>
        <a:xfrm>
          <a:off x="9681653" y="2517869"/>
          <a:ext cx="694244" cy="9576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2441"/>
              </a:lnTo>
              <a:lnTo>
                <a:pt x="694244" y="852441"/>
              </a:lnTo>
              <a:lnTo>
                <a:pt x="694244" y="95768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4E87DB-35A2-4D6C-89FF-4344CCED423A}">
      <dsp:nvSpPr>
        <dsp:cNvPr id="0" name=""/>
        <dsp:cNvSpPr/>
      </dsp:nvSpPr>
      <dsp:spPr>
        <a:xfrm>
          <a:off x="8987409" y="2517869"/>
          <a:ext cx="694244" cy="957683"/>
        </a:xfrm>
        <a:custGeom>
          <a:avLst/>
          <a:gdLst/>
          <a:ahLst/>
          <a:cxnLst/>
          <a:rect l="0" t="0" r="0" b="0"/>
          <a:pathLst>
            <a:path>
              <a:moveTo>
                <a:pt x="694244" y="0"/>
              </a:moveTo>
              <a:lnTo>
                <a:pt x="694244" y="852441"/>
              </a:lnTo>
              <a:lnTo>
                <a:pt x="0" y="852441"/>
              </a:lnTo>
              <a:lnTo>
                <a:pt x="0" y="95768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13303A-34CB-4272-B1F4-68752244BFF7}">
      <dsp:nvSpPr>
        <dsp:cNvPr id="0" name=""/>
        <dsp:cNvSpPr/>
      </dsp:nvSpPr>
      <dsp:spPr>
        <a:xfrm>
          <a:off x="5472462" y="1473736"/>
          <a:ext cx="4209191" cy="3227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509"/>
              </a:lnTo>
              <a:lnTo>
                <a:pt x="4209191" y="217509"/>
              </a:lnTo>
              <a:lnTo>
                <a:pt x="4209191" y="32275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962462-0517-4953-B65C-8D2B5D568670}">
      <dsp:nvSpPr>
        <dsp:cNvPr id="0" name=""/>
        <dsp:cNvSpPr/>
      </dsp:nvSpPr>
      <dsp:spPr>
        <a:xfrm>
          <a:off x="6930347" y="2517869"/>
          <a:ext cx="658030" cy="9576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2441"/>
              </a:lnTo>
              <a:lnTo>
                <a:pt x="658030" y="852441"/>
              </a:lnTo>
              <a:lnTo>
                <a:pt x="658030" y="95768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C662FA-6C5E-4B8D-9123-030D3FABB6D9}">
      <dsp:nvSpPr>
        <dsp:cNvPr id="0" name=""/>
        <dsp:cNvSpPr/>
      </dsp:nvSpPr>
      <dsp:spPr>
        <a:xfrm>
          <a:off x="6195594" y="2517869"/>
          <a:ext cx="734752" cy="957683"/>
        </a:xfrm>
        <a:custGeom>
          <a:avLst/>
          <a:gdLst/>
          <a:ahLst/>
          <a:cxnLst/>
          <a:rect l="0" t="0" r="0" b="0"/>
          <a:pathLst>
            <a:path>
              <a:moveTo>
                <a:pt x="734752" y="0"/>
              </a:moveTo>
              <a:lnTo>
                <a:pt x="734752" y="852441"/>
              </a:lnTo>
              <a:lnTo>
                <a:pt x="0" y="852441"/>
              </a:lnTo>
              <a:lnTo>
                <a:pt x="0" y="95768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EF0D21-3B2B-44C5-A434-E361DFAAA593}">
      <dsp:nvSpPr>
        <dsp:cNvPr id="0" name=""/>
        <dsp:cNvSpPr/>
      </dsp:nvSpPr>
      <dsp:spPr>
        <a:xfrm>
          <a:off x="4807106" y="2517869"/>
          <a:ext cx="2123241" cy="957683"/>
        </a:xfrm>
        <a:custGeom>
          <a:avLst/>
          <a:gdLst/>
          <a:ahLst/>
          <a:cxnLst/>
          <a:rect l="0" t="0" r="0" b="0"/>
          <a:pathLst>
            <a:path>
              <a:moveTo>
                <a:pt x="2123241" y="0"/>
              </a:moveTo>
              <a:lnTo>
                <a:pt x="2123241" y="852441"/>
              </a:lnTo>
              <a:lnTo>
                <a:pt x="0" y="852441"/>
              </a:lnTo>
              <a:lnTo>
                <a:pt x="0" y="95768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DE7F02-0C91-4369-9708-FE6616132E7C}">
      <dsp:nvSpPr>
        <dsp:cNvPr id="0" name=""/>
        <dsp:cNvSpPr/>
      </dsp:nvSpPr>
      <dsp:spPr>
        <a:xfrm>
          <a:off x="3418617" y="2517869"/>
          <a:ext cx="3511730" cy="957683"/>
        </a:xfrm>
        <a:custGeom>
          <a:avLst/>
          <a:gdLst/>
          <a:ahLst/>
          <a:cxnLst/>
          <a:rect l="0" t="0" r="0" b="0"/>
          <a:pathLst>
            <a:path>
              <a:moveTo>
                <a:pt x="3511730" y="0"/>
              </a:moveTo>
              <a:lnTo>
                <a:pt x="3511730" y="852441"/>
              </a:lnTo>
              <a:lnTo>
                <a:pt x="0" y="852441"/>
              </a:lnTo>
              <a:lnTo>
                <a:pt x="0" y="95768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DCB057-5C8C-4BB9-8BE6-47DFAAD34DA6}">
      <dsp:nvSpPr>
        <dsp:cNvPr id="0" name=""/>
        <dsp:cNvSpPr/>
      </dsp:nvSpPr>
      <dsp:spPr>
        <a:xfrm>
          <a:off x="5472462" y="1473736"/>
          <a:ext cx="1457885" cy="3227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7509"/>
              </a:lnTo>
              <a:lnTo>
                <a:pt x="1457885" y="217509"/>
              </a:lnTo>
              <a:lnTo>
                <a:pt x="1457885" y="32275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4FB002-FE2A-41D7-B91E-FCB9F8DB07FD}">
      <dsp:nvSpPr>
        <dsp:cNvPr id="0" name=""/>
        <dsp:cNvSpPr/>
      </dsp:nvSpPr>
      <dsp:spPr>
        <a:xfrm>
          <a:off x="4006460" y="1473736"/>
          <a:ext cx="1466001" cy="322750"/>
        </a:xfrm>
        <a:custGeom>
          <a:avLst/>
          <a:gdLst/>
          <a:ahLst/>
          <a:cxnLst/>
          <a:rect l="0" t="0" r="0" b="0"/>
          <a:pathLst>
            <a:path>
              <a:moveTo>
                <a:pt x="1466001" y="0"/>
              </a:moveTo>
              <a:lnTo>
                <a:pt x="1466001" y="217509"/>
              </a:lnTo>
              <a:lnTo>
                <a:pt x="0" y="217509"/>
              </a:lnTo>
              <a:lnTo>
                <a:pt x="0" y="32275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C871C9-3584-4DB5-8589-2BC0339D3A96}">
      <dsp:nvSpPr>
        <dsp:cNvPr id="0" name=""/>
        <dsp:cNvSpPr/>
      </dsp:nvSpPr>
      <dsp:spPr>
        <a:xfrm>
          <a:off x="1263271" y="2517869"/>
          <a:ext cx="694244" cy="9576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2441"/>
              </a:lnTo>
              <a:lnTo>
                <a:pt x="694244" y="852441"/>
              </a:lnTo>
              <a:lnTo>
                <a:pt x="694244" y="95768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07FB8E-D857-4222-8A91-0089AD72B695}">
      <dsp:nvSpPr>
        <dsp:cNvPr id="0" name=""/>
        <dsp:cNvSpPr/>
      </dsp:nvSpPr>
      <dsp:spPr>
        <a:xfrm>
          <a:off x="569026" y="2517869"/>
          <a:ext cx="694244" cy="957683"/>
        </a:xfrm>
        <a:custGeom>
          <a:avLst/>
          <a:gdLst/>
          <a:ahLst/>
          <a:cxnLst/>
          <a:rect l="0" t="0" r="0" b="0"/>
          <a:pathLst>
            <a:path>
              <a:moveTo>
                <a:pt x="694244" y="0"/>
              </a:moveTo>
              <a:lnTo>
                <a:pt x="694244" y="852441"/>
              </a:lnTo>
              <a:lnTo>
                <a:pt x="0" y="852441"/>
              </a:lnTo>
              <a:lnTo>
                <a:pt x="0" y="95768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38A256-70AF-4D9C-A968-3A0D7560BC32}">
      <dsp:nvSpPr>
        <dsp:cNvPr id="0" name=""/>
        <dsp:cNvSpPr/>
      </dsp:nvSpPr>
      <dsp:spPr>
        <a:xfrm>
          <a:off x="1263271" y="1473736"/>
          <a:ext cx="4209191" cy="322750"/>
        </a:xfrm>
        <a:custGeom>
          <a:avLst/>
          <a:gdLst/>
          <a:ahLst/>
          <a:cxnLst/>
          <a:rect l="0" t="0" r="0" b="0"/>
          <a:pathLst>
            <a:path>
              <a:moveTo>
                <a:pt x="4209191" y="0"/>
              </a:moveTo>
              <a:lnTo>
                <a:pt x="4209191" y="217509"/>
              </a:lnTo>
              <a:lnTo>
                <a:pt x="0" y="217509"/>
              </a:lnTo>
              <a:lnTo>
                <a:pt x="0" y="32275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B29395-6780-4705-9F92-186FC92B8A34}">
      <dsp:nvSpPr>
        <dsp:cNvPr id="0" name=""/>
        <dsp:cNvSpPr/>
      </dsp:nvSpPr>
      <dsp:spPr>
        <a:xfrm>
          <a:off x="2990847" y="666934"/>
          <a:ext cx="4963229" cy="806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C1D3BB-8916-4F79-B22C-B624383292C9}">
      <dsp:nvSpPr>
        <dsp:cNvPr id="0" name=""/>
        <dsp:cNvSpPr/>
      </dsp:nvSpPr>
      <dsp:spPr>
        <a:xfrm>
          <a:off x="3117074" y="786849"/>
          <a:ext cx="4963229" cy="8068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+mj-lt"/>
            </a:rPr>
            <a:t>Construction of a house</a:t>
          </a:r>
        </a:p>
      </dsp:txBody>
      <dsp:txXfrm>
        <a:off x="3140704" y="810479"/>
        <a:ext cx="4915969" cy="759542"/>
      </dsp:txXfrm>
    </dsp:sp>
    <dsp:sp modelId="{622E38EE-43DD-44B6-B332-0FD935325A99}">
      <dsp:nvSpPr>
        <dsp:cNvPr id="0" name=""/>
        <dsp:cNvSpPr/>
      </dsp:nvSpPr>
      <dsp:spPr>
        <a:xfrm>
          <a:off x="326268" y="1796486"/>
          <a:ext cx="1874005" cy="721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34D7D-9E1E-41FB-BDE6-D97EBD987CD8}">
      <dsp:nvSpPr>
        <dsp:cNvPr id="0" name=""/>
        <dsp:cNvSpPr/>
      </dsp:nvSpPr>
      <dsp:spPr>
        <a:xfrm>
          <a:off x="452494" y="1916401"/>
          <a:ext cx="1874005" cy="721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+mj-lt"/>
            </a:rPr>
            <a:t>Foundation</a:t>
          </a:r>
        </a:p>
      </dsp:txBody>
      <dsp:txXfrm>
        <a:off x="473623" y="1937530"/>
        <a:ext cx="1831747" cy="679125"/>
      </dsp:txXfrm>
    </dsp:sp>
    <dsp:sp modelId="{C13D4961-892C-44B4-A7A2-D1BFD01A3476}">
      <dsp:nvSpPr>
        <dsp:cNvPr id="0" name=""/>
        <dsp:cNvSpPr/>
      </dsp:nvSpPr>
      <dsp:spPr>
        <a:xfrm>
          <a:off x="1008" y="3475552"/>
          <a:ext cx="1136036" cy="721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E900A-CAC9-4C56-9ED8-3A5F4DF083F3}">
      <dsp:nvSpPr>
        <dsp:cNvPr id="0" name=""/>
        <dsp:cNvSpPr/>
      </dsp:nvSpPr>
      <dsp:spPr>
        <a:xfrm>
          <a:off x="127234" y="3595467"/>
          <a:ext cx="1136036" cy="721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+mj-lt"/>
            </a:rPr>
            <a:t>Excavation</a:t>
          </a:r>
        </a:p>
      </dsp:txBody>
      <dsp:txXfrm>
        <a:off x="148363" y="3616596"/>
        <a:ext cx="1093778" cy="679125"/>
      </dsp:txXfrm>
    </dsp:sp>
    <dsp:sp modelId="{84755316-6324-4F96-B5BD-911BCA4DE5A7}">
      <dsp:nvSpPr>
        <dsp:cNvPr id="0" name=""/>
        <dsp:cNvSpPr/>
      </dsp:nvSpPr>
      <dsp:spPr>
        <a:xfrm>
          <a:off x="1389497" y="3475552"/>
          <a:ext cx="1136036" cy="721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71190C-A7C2-42DF-B1C9-4C5B15AC27E5}">
      <dsp:nvSpPr>
        <dsp:cNvPr id="0" name=""/>
        <dsp:cNvSpPr/>
      </dsp:nvSpPr>
      <dsp:spPr>
        <a:xfrm>
          <a:off x="1515723" y="3595467"/>
          <a:ext cx="1136036" cy="721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+mj-lt"/>
            </a:rPr>
            <a:t>Concrete</a:t>
          </a:r>
        </a:p>
      </dsp:txBody>
      <dsp:txXfrm>
        <a:off x="1536852" y="3616596"/>
        <a:ext cx="1093778" cy="679125"/>
      </dsp:txXfrm>
    </dsp:sp>
    <dsp:sp modelId="{6167113F-889C-48E3-8217-3AD7B0EAFE66}">
      <dsp:nvSpPr>
        <dsp:cNvPr id="0" name=""/>
        <dsp:cNvSpPr/>
      </dsp:nvSpPr>
      <dsp:spPr>
        <a:xfrm>
          <a:off x="3069457" y="1796486"/>
          <a:ext cx="1874005" cy="721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C4823-9E34-4B35-A890-F42B2BE2A4AA}">
      <dsp:nvSpPr>
        <dsp:cNvPr id="0" name=""/>
        <dsp:cNvSpPr/>
      </dsp:nvSpPr>
      <dsp:spPr>
        <a:xfrm>
          <a:off x="3195684" y="1916401"/>
          <a:ext cx="1874005" cy="721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/>
            <a:t>Masonary</a:t>
          </a:r>
          <a:r>
            <a:rPr lang="en-US" sz="1400" kern="1200" dirty="0"/>
            <a:t> </a:t>
          </a:r>
          <a:r>
            <a:rPr lang="en-US" sz="1400" b="1" kern="1200" dirty="0"/>
            <a:t>works</a:t>
          </a:r>
        </a:p>
      </dsp:txBody>
      <dsp:txXfrm>
        <a:off x="3216813" y="1937530"/>
        <a:ext cx="1831747" cy="679125"/>
      </dsp:txXfrm>
    </dsp:sp>
    <dsp:sp modelId="{EFA3F222-8795-45AD-BF99-687E61267B16}">
      <dsp:nvSpPr>
        <dsp:cNvPr id="0" name=""/>
        <dsp:cNvSpPr/>
      </dsp:nvSpPr>
      <dsp:spPr>
        <a:xfrm>
          <a:off x="5993345" y="1796486"/>
          <a:ext cx="1874005" cy="721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86E992-93F9-4C7F-A2B8-6B7F87320CD5}">
      <dsp:nvSpPr>
        <dsp:cNvPr id="0" name=""/>
        <dsp:cNvSpPr/>
      </dsp:nvSpPr>
      <dsp:spPr>
        <a:xfrm>
          <a:off x="6119571" y="1916401"/>
          <a:ext cx="1874005" cy="721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Finish</a:t>
          </a:r>
          <a:r>
            <a:rPr lang="en-US" sz="1400" kern="1200" dirty="0"/>
            <a:t> </a:t>
          </a:r>
          <a:r>
            <a:rPr lang="en-US" sz="1400" b="1" kern="1200" dirty="0"/>
            <a:t>works</a:t>
          </a:r>
        </a:p>
      </dsp:txBody>
      <dsp:txXfrm>
        <a:off x="6140700" y="1937530"/>
        <a:ext cx="1831747" cy="679125"/>
      </dsp:txXfrm>
    </dsp:sp>
    <dsp:sp modelId="{465915E0-509F-4C18-B478-BDAD107722E8}">
      <dsp:nvSpPr>
        <dsp:cNvPr id="0" name=""/>
        <dsp:cNvSpPr/>
      </dsp:nvSpPr>
      <dsp:spPr>
        <a:xfrm>
          <a:off x="2850599" y="3475552"/>
          <a:ext cx="1136036" cy="721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FA7BE-9126-4B02-88F5-AB606304B021}">
      <dsp:nvSpPr>
        <dsp:cNvPr id="0" name=""/>
        <dsp:cNvSpPr/>
      </dsp:nvSpPr>
      <dsp:spPr>
        <a:xfrm>
          <a:off x="2976825" y="3595467"/>
          <a:ext cx="1136036" cy="721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+mj-lt"/>
            </a:rPr>
            <a:t>Electrical</a:t>
          </a:r>
          <a:r>
            <a:rPr lang="en-US" sz="1400" kern="1200" dirty="0">
              <a:latin typeface="+mj-lt"/>
            </a:rPr>
            <a:t> </a:t>
          </a:r>
          <a:r>
            <a:rPr lang="en-US" sz="1400" b="1" kern="1200" dirty="0">
              <a:latin typeface="+mj-lt"/>
            </a:rPr>
            <a:t>works</a:t>
          </a:r>
        </a:p>
      </dsp:txBody>
      <dsp:txXfrm>
        <a:off x="2997954" y="3616596"/>
        <a:ext cx="1093778" cy="679125"/>
      </dsp:txXfrm>
    </dsp:sp>
    <dsp:sp modelId="{0A05F7EB-0075-41DD-8457-8EA5A1E494CC}">
      <dsp:nvSpPr>
        <dsp:cNvPr id="0" name=""/>
        <dsp:cNvSpPr/>
      </dsp:nvSpPr>
      <dsp:spPr>
        <a:xfrm>
          <a:off x="4239087" y="3475552"/>
          <a:ext cx="1136036" cy="721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6E4B7-E830-4359-AE5D-97C09750C130}">
      <dsp:nvSpPr>
        <dsp:cNvPr id="0" name=""/>
        <dsp:cNvSpPr/>
      </dsp:nvSpPr>
      <dsp:spPr>
        <a:xfrm>
          <a:off x="4365314" y="3595467"/>
          <a:ext cx="1136036" cy="721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+mj-lt"/>
            </a:rPr>
            <a:t>Sanitary works</a:t>
          </a:r>
        </a:p>
      </dsp:txBody>
      <dsp:txXfrm>
        <a:off x="4386443" y="3616596"/>
        <a:ext cx="1093778" cy="679125"/>
      </dsp:txXfrm>
    </dsp:sp>
    <dsp:sp modelId="{4AE1E355-7535-4E34-AEAA-F80AC2B850E8}">
      <dsp:nvSpPr>
        <dsp:cNvPr id="0" name=""/>
        <dsp:cNvSpPr/>
      </dsp:nvSpPr>
      <dsp:spPr>
        <a:xfrm>
          <a:off x="5627576" y="3475552"/>
          <a:ext cx="1136036" cy="721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0F0A00-EAA8-4EEF-B833-33765CABD99B}">
      <dsp:nvSpPr>
        <dsp:cNvPr id="0" name=""/>
        <dsp:cNvSpPr/>
      </dsp:nvSpPr>
      <dsp:spPr>
        <a:xfrm>
          <a:off x="5753803" y="3595467"/>
          <a:ext cx="1136036" cy="721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+mj-lt"/>
            </a:rPr>
            <a:t>Painting works</a:t>
          </a:r>
        </a:p>
      </dsp:txBody>
      <dsp:txXfrm>
        <a:off x="5774932" y="3616596"/>
        <a:ext cx="1093778" cy="679125"/>
      </dsp:txXfrm>
    </dsp:sp>
    <dsp:sp modelId="{AE759579-6715-4742-A333-E4BA351C6F7E}">
      <dsp:nvSpPr>
        <dsp:cNvPr id="0" name=""/>
        <dsp:cNvSpPr/>
      </dsp:nvSpPr>
      <dsp:spPr>
        <a:xfrm>
          <a:off x="7020359" y="3475552"/>
          <a:ext cx="1136036" cy="721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E6E009-D5E1-4DF7-8917-C8DD19C40F0A}">
      <dsp:nvSpPr>
        <dsp:cNvPr id="0" name=""/>
        <dsp:cNvSpPr/>
      </dsp:nvSpPr>
      <dsp:spPr>
        <a:xfrm>
          <a:off x="7146586" y="3595467"/>
          <a:ext cx="1136036" cy="721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+mj-lt"/>
            </a:rPr>
            <a:t>Flooring works</a:t>
          </a:r>
        </a:p>
      </dsp:txBody>
      <dsp:txXfrm>
        <a:off x="7167715" y="3616596"/>
        <a:ext cx="1093778" cy="679125"/>
      </dsp:txXfrm>
    </dsp:sp>
    <dsp:sp modelId="{34572C7C-5577-42F6-A7E2-EE6BA9C41E27}">
      <dsp:nvSpPr>
        <dsp:cNvPr id="0" name=""/>
        <dsp:cNvSpPr/>
      </dsp:nvSpPr>
      <dsp:spPr>
        <a:xfrm>
          <a:off x="8744650" y="1796486"/>
          <a:ext cx="1874005" cy="721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565CD0-F829-4C54-909E-2AAEFD311C13}">
      <dsp:nvSpPr>
        <dsp:cNvPr id="0" name=""/>
        <dsp:cNvSpPr/>
      </dsp:nvSpPr>
      <dsp:spPr>
        <a:xfrm>
          <a:off x="8870877" y="1916401"/>
          <a:ext cx="1874005" cy="721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Interior design</a:t>
          </a:r>
        </a:p>
      </dsp:txBody>
      <dsp:txXfrm>
        <a:off x="8892006" y="1937530"/>
        <a:ext cx="1831747" cy="679125"/>
      </dsp:txXfrm>
    </dsp:sp>
    <dsp:sp modelId="{945F2B74-CC7D-4335-8148-DCCADAABB2DF}">
      <dsp:nvSpPr>
        <dsp:cNvPr id="0" name=""/>
        <dsp:cNvSpPr/>
      </dsp:nvSpPr>
      <dsp:spPr>
        <a:xfrm>
          <a:off x="8419391" y="3475552"/>
          <a:ext cx="1136036" cy="721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F6CC0-FAA4-4CA4-A083-56E382F7CD36}">
      <dsp:nvSpPr>
        <dsp:cNvPr id="0" name=""/>
        <dsp:cNvSpPr/>
      </dsp:nvSpPr>
      <dsp:spPr>
        <a:xfrm>
          <a:off x="8545617" y="3595467"/>
          <a:ext cx="1136036" cy="721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+mj-lt"/>
            </a:rPr>
            <a:t>Decide</a:t>
          </a:r>
          <a:r>
            <a:rPr lang="en-US" sz="1400" kern="1200" dirty="0">
              <a:latin typeface="+mj-lt"/>
            </a:rPr>
            <a:t> </a:t>
          </a:r>
          <a:r>
            <a:rPr lang="en-US" sz="1400" b="1" kern="1200" dirty="0" err="1">
              <a:latin typeface="+mj-lt"/>
            </a:rPr>
            <a:t>furnitures</a:t>
          </a:r>
          <a:endParaRPr lang="en-US" sz="1400" b="1" kern="1200" dirty="0">
            <a:latin typeface="+mj-lt"/>
          </a:endParaRPr>
        </a:p>
      </dsp:txBody>
      <dsp:txXfrm>
        <a:off x="8566746" y="3616596"/>
        <a:ext cx="1093778" cy="679125"/>
      </dsp:txXfrm>
    </dsp:sp>
    <dsp:sp modelId="{1B7F63AA-28CF-4363-BE4A-31400719629F}">
      <dsp:nvSpPr>
        <dsp:cNvPr id="0" name=""/>
        <dsp:cNvSpPr/>
      </dsp:nvSpPr>
      <dsp:spPr>
        <a:xfrm>
          <a:off x="9807879" y="3475552"/>
          <a:ext cx="1136036" cy="721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53900-6EF9-4040-A590-F27CA72494F2}">
      <dsp:nvSpPr>
        <dsp:cNvPr id="0" name=""/>
        <dsp:cNvSpPr/>
      </dsp:nvSpPr>
      <dsp:spPr>
        <a:xfrm>
          <a:off x="9934106" y="3595467"/>
          <a:ext cx="1136036" cy="721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+mj-lt"/>
            </a:rPr>
            <a:t>Procure furniture</a:t>
          </a:r>
        </a:p>
      </dsp:txBody>
      <dsp:txXfrm>
        <a:off x="9955235" y="3616596"/>
        <a:ext cx="1093778" cy="6791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9DD1F-74B1-4BAF-AFFF-084F07EEABFC}">
      <dsp:nvSpPr>
        <dsp:cNvPr id="0" name=""/>
        <dsp:cNvSpPr/>
      </dsp:nvSpPr>
      <dsp:spPr>
        <a:xfrm>
          <a:off x="8352316" y="3097259"/>
          <a:ext cx="91440" cy="3571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717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54E909-E165-4E2C-BD5F-09B49E20E0DF}">
      <dsp:nvSpPr>
        <dsp:cNvPr id="0" name=""/>
        <dsp:cNvSpPr/>
      </dsp:nvSpPr>
      <dsp:spPr>
        <a:xfrm>
          <a:off x="8352316" y="1960231"/>
          <a:ext cx="91440" cy="3571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717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A7FA83-54A0-41CB-B0E1-CE28BA19AC29}">
      <dsp:nvSpPr>
        <dsp:cNvPr id="0" name=""/>
        <dsp:cNvSpPr/>
      </dsp:nvSpPr>
      <dsp:spPr>
        <a:xfrm>
          <a:off x="4741822" y="1054055"/>
          <a:ext cx="3656213" cy="3571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405"/>
              </a:lnTo>
              <a:lnTo>
                <a:pt x="3656213" y="243405"/>
              </a:lnTo>
              <a:lnTo>
                <a:pt x="3656213" y="35717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8FCF8A-A082-4152-B671-6FB57AB28129}">
      <dsp:nvSpPr>
        <dsp:cNvPr id="0" name=""/>
        <dsp:cNvSpPr/>
      </dsp:nvSpPr>
      <dsp:spPr>
        <a:xfrm>
          <a:off x="5914840" y="4234287"/>
          <a:ext cx="91440" cy="3571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717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77DD49-F050-4066-9935-FCE33EC3944C}">
      <dsp:nvSpPr>
        <dsp:cNvPr id="0" name=""/>
        <dsp:cNvSpPr/>
      </dsp:nvSpPr>
      <dsp:spPr>
        <a:xfrm>
          <a:off x="5914840" y="3097259"/>
          <a:ext cx="91440" cy="3571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717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460952-CA5E-43F2-ACB3-127A23EE66A3}">
      <dsp:nvSpPr>
        <dsp:cNvPr id="0" name=""/>
        <dsp:cNvSpPr/>
      </dsp:nvSpPr>
      <dsp:spPr>
        <a:xfrm>
          <a:off x="5914840" y="1960231"/>
          <a:ext cx="91440" cy="3571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717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90EB0D-A18B-4C3C-B946-86431DE0A9D3}">
      <dsp:nvSpPr>
        <dsp:cNvPr id="0" name=""/>
        <dsp:cNvSpPr/>
      </dsp:nvSpPr>
      <dsp:spPr>
        <a:xfrm>
          <a:off x="4741822" y="1054055"/>
          <a:ext cx="1218737" cy="3571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405"/>
              </a:lnTo>
              <a:lnTo>
                <a:pt x="1218737" y="243405"/>
              </a:lnTo>
              <a:lnTo>
                <a:pt x="1218737" y="35717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604FE2-9255-476D-A429-5B9149354244}">
      <dsp:nvSpPr>
        <dsp:cNvPr id="0" name=""/>
        <dsp:cNvSpPr/>
      </dsp:nvSpPr>
      <dsp:spPr>
        <a:xfrm>
          <a:off x="3477364" y="3097259"/>
          <a:ext cx="91440" cy="3571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717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02817B-DACD-4E12-94C0-13389462881F}">
      <dsp:nvSpPr>
        <dsp:cNvPr id="0" name=""/>
        <dsp:cNvSpPr/>
      </dsp:nvSpPr>
      <dsp:spPr>
        <a:xfrm>
          <a:off x="3477364" y="1960231"/>
          <a:ext cx="91440" cy="3571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717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F75BF4-7BEC-48DB-81AF-6F68DC8B970B}">
      <dsp:nvSpPr>
        <dsp:cNvPr id="0" name=""/>
        <dsp:cNvSpPr/>
      </dsp:nvSpPr>
      <dsp:spPr>
        <a:xfrm>
          <a:off x="3523084" y="1054055"/>
          <a:ext cx="1218737" cy="357176"/>
        </a:xfrm>
        <a:custGeom>
          <a:avLst/>
          <a:gdLst/>
          <a:ahLst/>
          <a:cxnLst/>
          <a:rect l="0" t="0" r="0" b="0"/>
          <a:pathLst>
            <a:path>
              <a:moveTo>
                <a:pt x="1218737" y="0"/>
              </a:moveTo>
              <a:lnTo>
                <a:pt x="1218737" y="243405"/>
              </a:lnTo>
              <a:lnTo>
                <a:pt x="0" y="243405"/>
              </a:lnTo>
              <a:lnTo>
                <a:pt x="0" y="35717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6B7E1D-B634-4C07-8444-30FED98C80A5}">
      <dsp:nvSpPr>
        <dsp:cNvPr id="0" name=""/>
        <dsp:cNvSpPr/>
      </dsp:nvSpPr>
      <dsp:spPr>
        <a:xfrm>
          <a:off x="1039888" y="4234287"/>
          <a:ext cx="91440" cy="3571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717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87B66F-1472-442D-BC7B-53CB16A9AE78}">
      <dsp:nvSpPr>
        <dsp:cNvPr id="0" name=""/>
        <dsp:cNvSpPr/>
      </dsp:nvSpPr>
      <dsp:spPr>
        <a:xfrm>
          <a:off x="1039888" y="3097259"/>
          <a:ext cx="91440" cy="3571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717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6BDA8D-4AAE-4A9C-9D3E-0AD65D049751}">
      <dsp:nvSpPr>
        <dsp:cNvPr id="0" name=""/>
        <dsp:cNvSpPr/>
      </dsp:nvSpPr>
      <dsp:spPr>
        <a:xfrm>
          <a:off x="1039888" y="1960231"/>
          <a:ext cx="91440" cy="3571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717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8E2E35-1BB8-4EE1-A268-5673D6823304}">
      <dsp:nvSpPr>
        <dsp:cNvPr id="0" name=""/>
        <dsp:cNvSpPr/>
      </dsp:nvSpPr>
      <dsp:spPr>
        <a:xfrm>
          <a:off x="1085608" y="1054055"/>
          <a:ext cx="3656213" cy="357176"/>
        </a:xfrm>
        <a:custGeom>
          <a:avLst/>
          <a:gdLst/>
          <a:ahLst/>
          <a:cxnLst/>
          <a:rect l="0" t="0" r="0" b="0"/>
          <a:pathLst>
            <a:path>
              <a:moveTo>
                <a:pt x="3656213" y="0"/>
              </a:moveTo>
              <a:lnTo>
                <a:pt x="3656213" y="243405"/>
              </a:lnTo>
              <a:lnTo>
                <a:pt x="0" y="243405"/>
              </a:lnTo>
              <a:lnTo>
                <a:pt x="0" y="35717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BE2D05-0807-403A-B9AA-16A6CC6AEAE3}">
      <dsp:nvSpPr>
        <dsp:cNvPr id="0" name=""/>
        <dsp:cNvSpPr/>
      </dsp:nvSpPr>
      <dsp:spPr>
        <a:xfrm>
          <a:off x="2401450" y="274203"/>
          <a:ext cx="4680744" cy="779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C70643-5669-4CCD-BBA7-C21311138E54}">
      <dsp:nvSpPr>
        <dsp:cNvPr id="0" name=""/>
        <dsp:cNvSpPr/>
      </dsp:nvSpPr>
      <dsp:spPr>
        <a:xfrm>
          <a:off x="2537907" y="403837"/>
          <a:ext cx="4680744" cy="779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+mj-lt"/>
            </a:rPr>
            <a:t>New product launch</a:t>
          </a:r>
        </a:p>
      </dsp:txBody>
      <dsp:txXfrm>
        <a:off x="2560748" y="426678"/>
        <a:ext cx="4635062" cy="734169"/>
      </dsp:txXfrm>
    </dsp:sp>
    <dsp:sp modelId="{2F217AE3-DB8A-4692-9F65-162722972F85}">
      <dsp:nvSpPr>
        <dsp:cNvPr id="0" name=""/>
        <dsp:cNvSpPr/>
      </dsp:nvSpPr>
      <dsp:spPr>
        <a:xfrm>
          <a:off x="3328" y="1411231"/>
          <a:ext cx="2164561" cy="549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F1FE5B-5170-4B9F-BB04-FE8FC8CDF1ED}">
      <dsp:nvSpPr>
        <dsp:cNvPr id="0" name=""/>
        <dsp:cNvSpPr/>
      </dsp:nvSpPr>
      <dsp:spPr>
        <a:xfrm>
          <a:off x="139785" y="1540865"/>
          <a:ext cx="2164561" cy="549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+mj-lt"/>
            </a:rPr>
            <a:t>Planning</a:t>
          </a:r>
        </a:p>
      </dsp:txBody>
      <dsp:txXfrm>
        <a:off x="155865" y="1556945"/>
        <a:ext cx="2132401" cy="516840"/>
      </dsp:txXfrm>
    </dsp:sp>
    <dsp:sp modelId="{0FEA023E-44C7-4280-B923-22491A4C838D}">
      <dsp:nvSpPr>
        <dsp:cNvPr id="0" name=""/>
        <dsp:cNvSpPr/>
      </dsp:nvSpPr>
      <dsp:spPr>
        <a:xfrm>
          <a:off x="471552" y="2317407"/>
          <a:ext cx="1228113" cy="779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89405C-BA8D-41F6-A021-8C0A6EDDF3F5}">
      <dsp:nvSpPr>
        <dsp:cNvPr id="0" name=""/>
        <dsp:cNvSpPr/>
      </dsp:nvSpPr>
      <dsp:spPr>
        <a:xfrm>
          <a:off x="608009" y="2447041"/>
          <a:ext cx="1228113" cy="779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Setup team &amp; budget</a:t>
          </a:r>
        </a:p>
      </dsp:txBody>
      <dsp:txXfrm>
        <a:off x="630850" y="2469882"/>
        <a:ext cx="1182431" cy="734169"/>
      </dsp:txXfrm>
    </dsp:sp>
    <dsp:sp modelId="{30923FB6-4792-42EE-850D-D6B5AF0D4F18}">
      <dsp:nvSpPr>
        <dsp:cNvPr id="0" name=""/>
        <dsp:cNvSpPr/>
      </dsp:nvSpPr>
      <dsp:spPr>
        <a:xfrm>
          <a:off x="471552" y="3454435"/>
          <a:ext cx="1228113" cy="779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93268-6CFF-42FB-A5C4-0AED230EE0B4}">
      <dsp:nvSpPr>
        <dsp:cNvPr id="0" name=""/>
        <dsp:cNvSpPr/>
      </dsp:nvSpPr>
      <dsp:spPr>
        <a:xfrm>
          <a:off x="608009" y="3584069"/>
          <a:ext cx="1228113" cy="779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Define components of the product</a:t>
          </a:r>
        </a:p>
      </dsp:txBody>
      <dsp:txXfrm>
        <a:off x="630850" y="3606910"/>
        <a:ext cx="1182431" cy="734169"/>
      </dsp:txXfrm>
    </dsp:sp>
    <dsp:sp modelId="{42E82622-2EC4-4CFD-97DD-B621A0385256}">
      <dsp:nvSpPr>
        <dsp:cNvPr id="0" name=""/>
        <dsp:cNvSpPr/>
      </dsp:nvSpPr>
      <dsp:spPr>
        <a:xfrm>
          <a:off x="471552" y="4591463"/>
          <a:ext cx="1228113" cy="779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A2B495-56A5-4229-8218-170C78C78BB3}">
      <dsp:nvSpPr>
        <dsp:cNvPr id="0" name=""/>
        <dsp:cNvSpPr/>
      </dsp:nvSpPr>
      <dsp:spPr>
        <a:xfrm>
          <a:off x="608009" y="4721097"/>
          <a:ext cx="1228113" cy="779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Setup timeline &amp; roadmap</a:t>
          </a:r>
        </a:p>
      </dsp:txBody>
      <dsp:txXfrm>
        <a:off x="630850" y="4743938"/>
        <a:ext cx="1182431" cy="734169"/>
      </dsp:txXfrm>
    </dsp:sp>
    <dsp:sp modelId="{9CF499F1-EB5D-4E7B-9BF1-02CF49042A36}">
      <dsp:nvSpPr>
        <dsp:cNvPr id="0" name=""/>
        <dsp:cNvSpPr/>
      </dsp:nvSpPr>
      <dsp:spPr>
        <a:xfrm>
          <a:off x="2440803" y="1411231"/>
          <a:ext cx="2164561" cy="549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BB4E1-40BD-445A-849C-489D3A0EA220}">
      <dsp:nvSpPr>
        <dsp:cNvPr id="0" name=""/>
        <dsp:cNvSpPr/>
      </dsp:nvSpPr>
      <dsp:spPr>
        <a:xfrm>
          <a:off x="2577260" y="1540865"/>
          <a:ext cx="2164561" cy="549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Product</a:t>
          </a:r>
        </a:p>
      </dsp:txBody>
      <dsp:txXfrm>
        <a:off x="2593340" y="1556945"/>
        <a:ext cx="2132401" cy="516840"/>
      </dsp:txXfrm>
    </dsp:sp>
    <dsp:sp modelId="{63D2526F-43BE-4319-812E-B12BD13FE2AC}">
      <dsp:nvSpPr>
        <dsp:cNvPr id="0" name=""/>
        <dsp:cNvSpPr/>
      </dsp:nvSpPr>
      <dsp:spPr>
        <a:xfrm>
          <a:off x="2909028" y="2317407"/>
          <a:ext cx="1228113" cy="779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61A468-8885-4613-BE30-747F2FEC5842}">
      <dsp:nvSpPr>
        <dsp:cNvPr id="0" name=""/>
        <dsp:cNvSpPr/>
      </dsp:nvSpPr>
      <dsp:spPr>
        <a:xfrm>
          <a:off x="3045485" y="2447041"/>
          <a:ext cx="1228113" cy="779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Prepare product demo</a:t>
          </a:r>
        </a:p>
      </dsp:txBody>
      <dsp:txXfrm>
        <a:off x="3068326" y="2469882"/>
        <a:ext cx="1182431" cy="734169"/>
      </dsp:txXfrm>
    </dsp:sp>
    <dsp:sp modelId="{337E87A6-BD7E-498B-BB67-68A0472E79CA}">
      <dsp:nvSpPr>
        <dsp:cNvPr id="0" name=""/>
        <dsp:cNvSpPr/>
      </dsp:nvSpPr>
      <dsp:spPr>
        <a:xfrm>
          <a:off x="2909028" y="3454435"/>
          <a:ext cx="1228113" cy="779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9147C8-1B03-40AB-AB98-E012CE71707A}">
      <dsp:nvSpPr>
        <dsp:cNvPr id="0" name=""/>
        <dsp:cNvSpPr/>
      </dsp:nvSpPr>
      <dsp:spPr>
        <a:xfrm>
          <a:off x="3045485" y="3584069"/>
          <a:ext cx="1228113" cy="779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Defining</a:t>
          </a:r>
          <a:r>
            <a:rPr lang="en-US" sz="1500" kern="1200" dirty="0"/>
            <a:t> </a:t>
          </a: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prices policies</a:t>
          </a:r>
        </a:p>
      </dsp:txBody>
      <dsp:txXfrm>
        <a:off x="3068326" y="3606910"/>
        <a:ext cx="1182431" cy="734169"/>
      </dsp:txXfrm>
    </dsp:sp>
    <dsp:sp modelId="{70CF29F9-2795-49B9-B2BA-883A0D26AC6B}">
      <dsp:nvSpPr>
        <dsp:cNvPr id="0" name=""/>
        <dsp:cNvSpPr/>
      </dsp:nvSpPr>
      <dsp:spPr>
        <a:xfrm>
          <a:off x="4878279" y="1411231"/>
          <a:ext cx="2164561" cy="549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360C18-3584-4D09-AB0E-29EFCFEE7EF4}">
      <dsp:nvSpPr>
        <dsp:cNvPr id="0" name=""/>
        <dsp:cNvSpPr/>
      </dsp:nvSpPr>
      <dsp:spPr>
        <a:xfrm>
          <a:off x="5014736" y="1540865"/>
          <a:ext cx="2164561" cy="549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Marketing</a:t>
          </a:r>
        </a:p>
      </dsp:txBody>
      <dsp:txXfrm>
        <a:off x="5030816" y="1556945"/>
        <a:ext cx="2132401" cy="516840"/>
      </dsp:txXfrm>
    </dsp:sp>
    <dsp:sp modelId="{173E37E0-A6F7-40A1-BE2A-48252E525191}">
      <dsp:nvSpPr>
        <dsp:cNvPr id="0" name=""/>
        <dsp:cNvSpPr/>
      </dsp:nvSpPr>
      <dsp:spPr>
        <a:xfrm>
          <a:off x="5346503" y="2317407"/>
          <a:ext cx="1228113" cy="779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FDE591-1B99-4C99-AB36-0B60D1EA5E55}">
      <dsp:nvSpPr>
        <dsp:cNvPr id="0" name=""/>
        <dsp:cNvSpPr/>
      </dsp:nvSpPr>
      <dsp:spPr>
        <a:xfrm>
          <a:off x="5482960" y="2447041"/>
          <a:ext cx="1228113" cy="779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Organize advertising</a:t>
          </a:r>
        </a:p>
      </dsp:txBody>
      <dsp:txXfrm>
        <a:off x="5505801" y="2469882"/>
        <a:ext cx="1182431" cy="734169"/>
      </dsp:txXfrm>
    </dsp:sp>
    <dsp:sp modelId="{3A11D667-E400-4454-89A7-A48BF2540418}">
      <dsp:nvSpPr>
        <dsp:cNvPr id="0" name=""/>
        <dsp:cNvSpPr/>
      </dsp:nvSpPr>
      <dsp:spPr>
        <a:xfrm>
          <a:off x="5346503" y="3454435"/>
          <a:ext cx="1228113" cy="779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69D093-B4B7-4F45-9922-BFB493BBFFA7}">
      <dsp:nvSpPr>
        <dsp:cNvPr id="0" name=""/>
        <dsp:cNvSpPr/>
      </dsp:nvSpPr>
      <dsp:spPr>
        <a:xfrm>
          <a:off x="5482960" y="3584069"/>
          <a:ext cx="1228113" cy="779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Plan events &amp; trade shows</a:t>
          </a:r>
        </a:p>
      </dsp:txBody>
      <dsp:txXfrm>
        <a:off x="5505801" y="3606910"/>
        <a:ext cx="1182431" cy="734169"/>
      </dsp:txXfrm>
    </dsp:sp>
    <dsp:sp modelId="{3A5F6C4E-7D22-4C7C-AA88-7064805B3017}">
      <dsp:nvSpPr>
        <dsp:cNvPr id="0" name=""/>
        <dsp:cNvSpPr/>
      </dsp:nvSpPr>
      <dsp:spPr>
        <a:xfrm>
          <a:off x="5346503" y="4591463"/>
          <a:ext cx="1228113" cy="779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B233B-3A13-4E87-845E-6FC2E078F57C}">
      <dsp:nvSpPr>
        <dsp:cNvPr id="0" name=""/>
        <dsp:cNvSpPr/>
      </dsp:nvSpPr>
      <dsp:spPr>
        <a:xfrm>
          <a:off x="5482960" y="4721097"/>
          <a:ext cx="1228113" cy="779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Update corporate website</a:t>
          </a:r>
        </a:p>
      </dsp:txBody>
      <dsp:txXfrm>
        <a:off x="5505801" y="4743938"/>
        <a:ext cx="1182431" cy="734169"/>
      </dsp:txXfrm>
    </dsp:sp>
    <dsp:sp modelId="{BD4FC7BC-6AF1-4988-A85D-EE633E058393}">
      <dsp:nvSpPr>
        <dsp:cNvPr id="0" name=""/>
        <dsp:cNvSpPr/>
      </dsp:nvSpPr>
      <dsp:spPr>
        <a:xfrm>
          <a:off x="7315755" y="1411231"/>
          <a:ext cx="2164561" cy="549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7C6CF-3E69-443F-8079-71BF014FF695}">
      <dsp:nvSpPr>
        <dsp:cNvPr id="0" name=""/>
        <dsp:cNvSpPr/>
      </dsp:nvSpPr>
      <dsp:spPr>
        <a:xfrm>
          <a:off x="7452212" y="1540865"/>
          <a:ext cx="2164561" cy="549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Sales</a:t>
          </a:r>
        </a:p>
      </dsp:txBody>
      <dsp:txXfrm>
        <a:off x="7468292" y="1556945"/>
        <a:ext cx="2132401" cy="516840"/>
      </dsp:txXfrm>
    </dsp:sp>
    <dsp:sp modelId="{CEF0714C-CA3B-45E1-9A8B-F254727FAC86}">
      <dsp:nvSpPr>
        <dsp:cNvPr id="0" name=""/>
        <dsp:cNvSpPr/>
      </dsp:nvSpPr>
      <dsp:spPr>
        <a:xfrm>
          <a:off x="7783979" y="2317407"/>
          <a:ext cx="1228113" cy="779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9DDEE0-DC41-4364-874D-2583222E4CCC}">
      <dsp:nvSpPr>
        <dsp:cNvPr id="0" name=""/>
        <dsp:cNvSpPr/>
      </dsp:nvSpPr>
      <dsp:spPr>
        <a:xfrm>
          <a:off x="7920436" y="2447041"/>
          <a:ext cx="1228113" cy="779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Organize sales channels</a:t>
          </a:r>
        </a:p>
      </dsp:txBody>
      <dsp:txXfrm>
        <a:off x="7943277" y="2469882"/>
        <a:ext cx="1182431" cy="734169"/>
      </dsp:txXfrm>
    </dsp:sp>
    <dsp:sp modelId="{B1F31185-6981-4557-8A77-42B19539D17A}">
      <dsp:nvSpPr>
        <dsp:cNvPr id="0" name=""/>
        <dsp:cNvSpPr/>
      </dsp:nvSpPr>
      <dsp:spPr>
        <a:xfrm>
          <a:off x="7783979" y="3454435"/>
          <a:ext cx="1228113" cy="7798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119027-9FF6-4D0A-B86C-315AF093A0C9}">
      <dsp:nvSpPr>
        <dsp:cNvPr id="0" name=""/>
        <dsp:cNvSpPr/>
      </dsp:nvSpPr>
      <dsp:spPr>
        <a:xfrm>
          <a:off x="7920436" y="3584069"/>
          <a:ext cx="1228113" cy="7798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Organize online sales</a:t>
          </a:r>
        </a:p>
      </dsp:txBody>
      <dsp:txXfrm>
        <a:off x="7943277" y="3606910"/>
        <a:ext cx="1182431" cy="7341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BB433B-B81C-4EDB-8788-788E54D118E6}">
      <dsp:nvSpPr>
        <dsp:cNvPr id="0" name=""/>
        <dsp:cNvSpPr/>
      </dsp:nvSpPr>
      <dsp:spPr>
        <a:xfrm>
          <a:off x="9791569" y="3207702"/>
          <a:ext cx="925004" cy="2693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3541"/>
              </a:lnTo>
              <a:lnTo>
                <a:pt x="925004" y="183541"/>
              </a:lnTo>
              <a:lnTo>
                <a:pt x="925004" y="2693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C4D28E-EE3B-4BA9-B3CA-8B3CBBE55402}">
      <dsp:nvSpPr>
        <dsp:cNvPr id="0" name=""/>
        <dsp:cNvSpPr/>
      </dsp:nvSpPr>
      <dsp:spPr>
        <a:xfrm>
          <a:off x="8866564" y="3207702"/>
          <a:ext cx="925004" cy="269331"/>
        </a:xfrm>
        <a:custGeom>
          <a:avLst/>
          <a:gdLst/>
          <a:ahLst/>
          <a:cxnLst/>
          <a:rect l="0" t="0" r="0" b="0"/>
          <a:pathLst>
            <a:path>
              <a:moveTo>
                <a:pt x="925004" y="0"/>
              </a:moveTo>
              <a:lnTo>
                <a:pt x="925004" y="183541"/>
              </a:lnTo>
              <a:lnTo>
                <a:pt x="0" y="183541"/>
              </a:lnTo>
              <a:lnTo>
                <a:pt x="0" y="2693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68B3F6-C451-4E26-899D-FF60AB777469}">
      <dsp:nvSpPr>
        <dsp:cNvPr id="0" name=""/>
        <dsp:cNvSpPr/>
      </dsp:nvSpPr>
      <dsp:spPr>
        <a:xfrm>
          <a:off x="5414599" y="2296439"/>
          <a:ext cx="4376969" cy="2693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3541"/>
              </a:lnTo>
              <a:lnTo>
                <a:pt x="4376969" y="183541"/>
              </a:lnTo>
              <a:lnTo>
                <a:pt x="4376969" y="2693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ECE3C9-4C26-4474-8648-E7184D6AA913}">
      <dsp:nvSpPr>
        <dsp:cNvPr id="0" name=""/>
        <dsp:cNvSpPr/>
      </dsp:nvSpPr>
      <dsp:spPr>
        <a:xfrm>
          <a:off x="6708165" y="3207702"/>
          <a:ext cx="308391" cy="2693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3541"/>
              </a:lnTo>
              <a:lnTo>
                <a:pt x="308391" y="183541"/>
              </a:lnTo>
              <a:lnTo>
                <a:pt x="308391" y="2693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095334-004D-491F-985B-C50BE9CEAC2C}">
      <dsp:nvSpPr>
        <dsp:cNvPr id="0" name=""/>
        <dsp:cNvSpPr/>
      </dsp:nvSpPr>
      <dsp:spPr>
        <a:xfrm>
          <a:off x="5166547" y="3207702"/>
          <a:ext cx="1541617" cy="269331"/>
        </a:xfrm>
        <a:custGeom>
          <a:avLst/>
          <a:gdLst/>
          <a:ahLst/>
          <a:cxnLst/>
          <a:rect l="0" t="0" r="0" b="0"/>
          <a:pathLst>
            <a:path>
              <a:moveTo>
                <a:pt x="1541617" y="0"/>
              </a:moveTo>
              <a:lnTo>
                <a:pt x="1541617" y="183541"/>
              </a:lnTo>
              <a:lnTo>
                <a:pt x="0" y="183541"/>
              </a:lnTo>
              <a:lnTo>
                <a:pt x="0" y="2693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EE71CF-7856-4B1D-A1D6-A617AEC6742B}">
      <dsp:nvSpPr>
        <dsp:cNvPr id="0" name=""/>
        <dsp:cNvSpPr/>
      </dsp:nvSpPr>
      <dsp:spPr>
        <a:xfrm>
          <a:off x="5414599" y="2296439"/>
          <a:ext cx="1293565" cy="2693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3541"/>
              </a:lnTo>
              <a:lnTo>
                <a:pt x="1293565" y="183541"/>
              </a:lnTo>
              <a:lnTo>
                <a:pt x="1293565" y="2693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F36EB5-9384-41AE-BA12-5E06B88DE325}">
      <dsp:nvSpPr>
        <dsp:cNvPr id="0" name=""/>
        <dsp:cNvSpPr/>
      </dsp:nvSpPr>
      <dsp:spPr>
        <a:xfrm>
          <a:off x="3316538" y="3207702"/>
          <a:ext cx="563466" cy="269331"/>
        </a:xfrm>
        <a:custGeom>
          <a:avLst/>
          <a:gdLst/>
          <a:ahLst/>
          <a:cxnLst/>
          <a:rect l="0" t="0" r="0" b="0"/>
          <a:pathLst>
            <a:path>
              <a:moveTo>
                <a:pt x="563466" y="0"/>
              </a:moveTo>
              <a:lnTo>
                <a:pt x="563466" y="183541"/>
              </a:lnTo>
              <a:lnTo>
                <a:pt x="0" y="183541"/>
              </a:lnTo>
              <a:lnTo>
                <a:pt x="0" y="2693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363B18-AF7A-4A3F-B96C-8D98E0144535}">
      <dsp:nvSpPr>
        <dsp:cNvPr id="0" name=""/>
        <dsp:cNvSpPr/>
      </dsp:nvSpPr>
      <dsp:spPr>
        <a:xfrm>
          <a:off x="3880004" y="2296439"/>
          <a:ext cx="1534594" cy="269331"/>
        </a:xfrm>
        <a:custGeom>
          <a:avLst/>
          <a:gdLst/>
          <a:ahLst/>
          <a:cxnLst/>
          <a:rect l="0" t="0" r="0" b="0"/>
          <a:pathLst>
            <a:path>
              <a:moveTo>
                <a:pt x="1534594" y="0"/>
              </a:moveTo>
              <a:lnTo>
                <a:pt x="1534594" y="183541"/>
              </a:lnTo>
              <a:lnTo>
                <a:pt x="0" y="183541"/>
              </a:lnTo>
              <a:lnTo>
                <a:pt x="0" y="2693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A5E5A3-4B60-401F-8840-61C484C0B889}">
      <dsp:nvSpPr>
        <dsp:cNvPr id="0" name=""/>
        <dsp:cNvSpPr/>
      </dsp:nvSpPr>
      <dsp:spPr>
        <a:xfrm>
          <a:off x="991910" y="4361571"/>
          <a:ext cx="91440" cy="2693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93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94FAD2-C72B-4BE0-A403-BC20C7107BB8}">
      <dsp:nvSpPr>
        <dsp:cNvPr id="0" name=""/>
        <dsp:cNvSpPr/>
      </dsp:nvSpPr>
      <dsp:spPr>
        <a:xfrm>
          <a:off x="991910" y="3207702"/>
          <a:ext cx="91440" cy="26933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933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E25B0A-73CD-477D-9BF8-811F42673BEE}">
      <dsp:nvSpPr>
        <dsp:cNvPr id="0" name=""/>
        <dsp:cNvSpPr/>
      </dsp:nvSpPr>
      <dsp:spPr>
        <a:xfrm>
          <a:off x="1037630" y="2296439"/>
          <a:ext cx="4376969" cy="269331"/>
        </a:xfrm>
        <a:custGeom>
          <a:avLst/>
          <a:gdLst/>
          <a:ahLst/>
          <a:cxnLst/>
          <a:rect l="0" t="0" r="0" b="0"/>
          <a:pathLst>
            <a:path>
              <a:moveTo>
                <a:pt x="4376969" y="0"/>
              </a:moveTo>
              <a:lnTo>
                <a:pt x="4376969" y="183541"/>
              </a:lnTo>
              <a:lnTo>
                <a:pt x="0" y="183541"/>
              </a:lnTo>
              <a:lnTo>
                <a:pt x="0" y="2693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13500A-8317-40C3-A971-334E5525BC4F}">
      <dsp:nvSpPr>
        <dsp:cNvPr id="0" name=""/>
        <dsp:cNvSpPr/>
      </dsp:nvSpPr>
      <dsp:spPr>
        <a:xfrm>
          <a:off x="3296149" y="1558074"/>
          <a:ext cx="4236901" cy="7383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DDD77-9E8D-4EBE-97FA-26ADB6E19416}">
      <dsp:nvSpPr>
        <dsp:cNvPr id="0" name=""/>
        <dsp:cNvSpPr/>
      </dsp:nvSpPr>
      <dsp:spPr>
        <a:xfrm>
          <a:off x="3399045" y="1655825"/>
          <a:ext cx="4236901" cy="7383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+mj-lt"/>
            </a:rPr>
            <a:t>Software development</a:t>
          </a:r>
        </a:p>
      </dsp:txBody>
      <dsp:txXfrm>
        <a:off x="3420671" y="1677451"/>
        <a:ext cx="4193649" cy="695113"/>
      </dsp:txXfrm>
    </dsp:sp>
    <dsp:sp modelId="{F01DB3B1-B511-46D5-8E5C-033D4B0C1C8D}">
      <dsp:nvSpPr>
        <dsp:cNvPr id="0" name=""/>
        <dsp:cNvSpPr/>
      </dsp:nvSpPr>
      <dsp:spPr>
        <a:xfrm>
          <a:off x="1073" y="2565771"/>
          <a:ext cx="2073114" cy="6419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84CE57-A8A8-4742-A5A2-D20E5AE9114F}">
      <dsp:nvSpPr>
        <dsp:cNvPr id="0" name=""/>
        <dsp:cNvSpPr/>
      </dsp:nvSpPr>
      <dsp:spPr>
        <a:xfrm>
          <a:off x="103969" y="2663522"/>
          <a:ext cx="2073114" cy="6419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+mj-lt"/>
            </a:rPr>
            <a:t>SW Requirements</a:t>
          </a:r>
        </a:p>
      </dsp:txBody>
      <dsp:txXfrm>
        <a:off x="122770" y="2682323"/>
        <a:ext cx="2035512" cy="604328"/>
      </dsp:txXfrm>
    </dsp:sp>
    <dsp:sp modelId="{9962C79B-98CE-49FA-B2F7-053E10BB4AD5}">
      <dsp:nvSpPr>
        <dsp:cNvPr id="0" name=""/>
        <dsp:cNvSpPr/>
      </dsp:nvSpPr>
      <dsp:spPr>
        <a:xfrm>
          <a:off x="215522" y="3477033"/>
          <a:ext cx="1644215" cy="884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475740-15ED-4CA9-9018-190798788ECD}">
      <dsp:nvSpPr>
        <dsp:cNvPr id="0" name=""/>
        <dsp:cNvSpPr/>
      </dsp:nvSpPr>
      <dsp:spPr>
        <a:xfrm>
          <a:off x="318419" y="3574785"/>
          <a:ext cx="1644215" cy="8845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Draft</a:t>
          </a:r>
          <a:r>
            <a:rPr lang="en-US" sz="800" kern="1200" dirty="0"/>
            <a:t> </a:t>
          </a: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preliminary</a:t>
          </a:r>
          <a:r>
            <a:rPr lang="en-US" sz="800" kern="1200" dirty="0"/>
            <a:t> </a:t>
          </a: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software</a:t>
          </a:r>
          <a:r>
            <a:rPr lang="en-US" sz="800" kern="1200" dirty="0"/>
            <a:t> </a:t>
          </a: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requirements</a:t>
          </a:r>
        </a:p>
      </dsp:txBody>
      <dsp:txXfrm>
        <a:off x="344326" y="3600692"/>
        <a:ext cx="1592401" cy="832724"/>
      </dsp:txXfrm>
    </dsp:sp>
    <dsp:sp modelId="{9BE276DF-7E64-4EC0-A705-EE6C52A3C6E8}">
      <dsp:nvSpPr>
        <dsp:cNvPr id="0" name=""/>
        <dsp:cNvSpPr/>
      </dsp:nvSpPr>
      <dsp:spPr>
        <a:xfrm>
          <a:off x="215522" y="4630903"/>
          <a:ext cx="1644215" cy="884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C3517C-38AE-4683-BC8A-AE1E3C86B0F7}">
      <dsp:nvSpPr>
        <dsp:cNvPr id="0" name=""/>
        <dsp:cNvSpPr/>
      </dsp:nvSpPr>
      <dsp:spPr>
        <a:xfrm>
          <a:off x="318419" y="4728654"/>
          <a:ext cx="1644215" cy="8845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Develop</a:t>
          </a:r>
          <a:r>
            <a:rPr lang="en-US" sz="1300" kern="1200" dirty="0"/>
            <a:t> </a:t>
          </a: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delivery</a:t>
          </a:r>
          <a:r>
            <a:rPr lang="en-US" sz="1300" kern="1200" dirty="0"/>
            <a:t> </a:t>
          </a: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timeline</a:t>
          </a:r>
        </a:p>
      </dsp:txBody>
      <dsp:txXfrm>
        <a:off x="344326" y="4754561"/>
        <a:ext cx="1592401" cy="832724"/>
      </dsp:txXfrm>
    </dsp:sp>
    <dsp:sp modelId="{C3B8E1FD-D066-40F3-98B4-44DF1549B247}">
      <dsp:nvSpPr>
        <dsp:cNvPr id="0" name=""/>
        <dsp:cNvSpPr/>
      </dsp:nvSpPr>
      <dsp:spPr>
        <a:xfrm>
          <a:off x="2843447" y="2565771"/>
          <a:ext cx="2073114" cy="6419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C859A6-0A61-4BA2-871B-20210F472914}">
      <dsp:nvSpPr>
        <dsp:cNvPr id="0" name=""/>
        <dsp:cNvSpPr/>
      </dsp:nvSpPr>
      <dsp:spPr>
        <a:xfrm>
          <a:off x="2946343" y="2663522"/>
          <a:ext cx="2073114" cy="6419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Design</a:t>
          </a:r>
        </a:p>
      </dsp:txBody>
      <dsp:txXfrm>
        <a:off x="2965144" y="2682323"/>
        <a:ext cx="2035512" cy="604328"/>
      </dsp:txXfrm>
    </dsp:sp>
    <dsp:sp modelId="{F70B4507-B9D3-44D3-AE36-72BF0B7FFC77}">
      <dsp:nvSpPr>
        <dsp:cNvPr id="0" name=""/>
        <dsp:cNvSpPr/>
      </dsp:nvSpPr>
      <dsp:spPr>
        <a:xfrm>
          <a:off x="2494430" y="3477033"/>
          <a:ext cx="1644215" cy="884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35D76-A471-4619-8A49-F1C24787177C}">
      <dsp:nvSpPr>
        <dsp:cNvPr id="0" name=""/>
        <dsp:cNvSpPr/>
      </dsp:nvSpPr>
      <dsp:spPr>
        <a:xfrm>
          <a:off x="2597327" y="3574785"/>
          <a:ext cx="1644215" cy="8845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UX</a:t>
          </a:r>
          <a:r>
            <a:rPr lang="ar-EG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/</a:t>
          </a: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UI</a:t>
          </a:r>
        </a:p>
      </dsp:txBody>
      <dsp:txXfrm>
        <a:off x="2623234" y="3600692"/>
        <a:ext cx="1592401" cy="832724"/>
      </dsp:txXfrm>
    </dsp:sp>
    <dsp:sp modelId="{15181463-33B4-4DAB-A727-034ED08355A1}">
      <dsp:nvSpPr>
        <dsp:cNvPr id="0" name=""/>
        <dsp:cNvSpPr/>
      </dsp:nvSpPr>
      <dsp:spPr>
        <a:xfrm>
          <a:off x="5671607" y="2565771"/>
          <a:ext cx="2073114" cy="6419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108D5-C02E-4DC7-8B74-8A6960CAF73B}">
      <dsp:nvSpPr>
        <dsp:cNvPr id="0" name=""/>
        <dsp:cNvSpPr/>
      </dsp:nvSpPr>
      <dsp:spPr>
        <a:xfrm>
          <a:off x="5774504" y="2663522"/>
          <a:ext cx="2073114" cy="6419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Development</a:t>
          </a:r>
        </a:p>
      </dsp:txBody>
      <dsp:txXfrm>
        <a:off x="5793305" y="2682323"/>
        <a:ext cx="2035512" cy="604328"/>
      </dsp:txXfrm>
    </dsp:sp>
    <dsp:sp modelId="{4914EB2D-6B49-4F9B-A790-89AACF325D1D}">
      <dsp:nvSpPr>
        <dsp:cNvPr id="0" name=""/>
        <dsp:cNvSpPr/>
      </dsp:nvSpPr>
      <dsp:spPr>
        <a:xfrm>
          <a:off x="4344439" y="3477033"/>
          <a:ext cx="1644215" cy="884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F3FC07-C261-46ED-9ED0-E4EAC8154C4A}">
      <dsp:nvSpPr>
        <dsp:cNvPr id="0" name=""/>
        <dsp:cNvSpPr/>
      </dsp:nvSpPr>
      <dsp:spPr>
        <a:xfrm>
          <a:off x="4447335" y="3574785"/>
          <a:ext cx="1644215" cy="8845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Database</a:t>
          </a:r>
        </a:p>
      </dsp:txBody>
      <dsp:txXfrm>
        <a:off x="4473242" y="3600692"/>
        <a:ext cx="1592401" cy="832724"/>
      </dsp:txXfrm>
    </dsp:sp>
    <dsp:sp modelId="{4E528F82-A509-472A-8587-A32EE8580F8A}">
      <dsp:nvSpPr>
        <dsp:cNvPr id="0" name=""/>
        <dsp:cNvSpPr/>
      </dsp:nvSpPr>
      <dsp:spPr>
        <a:xfrm>
          <a:off x="6194448" y="3477033"/>
          <a:ext cx="1644215" cy="884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D8ADFC-680E-4547-8B08-D8C81D8A7F49}">
      <dsp:nvSpPr>
        <dsp:cNvPr id="0" name=""/>
        <dsp:cNvSpPr/>
      </dsp:nvSpPr>
      <dsp:spPr>
        <a:xfrm>
          <a:off x="6297344" y="3574785"/>
          <a:ext cx="1644215" cy="8845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Coding</a:t>
          </a:r>
        </a:p>
      </dsp:txBody>
      <dsp:txXfrm>
        <a:off x="6323251" y="3600692"/>
        <a:ext cx="1592401" cy="832724"/>
      </dsp:txXfrm>
    </dsp:sp>
    <dsp:sp modelId="{EB0082CE-1232-446D-BB5D-6013D166A103}">
      <dsp:nvSpPr>
        <dsp:cNvPr id="0" name=""/>
        <dsp:cNvSpPr/>
      </dsp:nvSpPr>
      <dsp:spPr>
        <a:xfrm>
          <a:off x="8755011" y="2565771"/>
          <a:ext cx="2073114" cy="6419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EE642-D4D4-4030-B7D0-F558286762A1}">
      <dsp:nvSpPr>
        <dsp:cNvPr id="0" name=""/>
        <dsp:cNvSpPr/>
      </dsp:nvSpPr>
      <dsp:spPr>
        <a:xfrm>
          <a:off x="8857908" y="2663522"/>
          <a:ext cx="2073114" cy="6419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Testing</a:t>
          </a:r>
        </a:p>
      </dsp:txBody>
      <dsp:txXfrm>
        <a:off x="8876709" y="2682323"/>
        <a:ext cx="2035512" cy="604328"/>
      </dsp:txXfrm>
    </dsp:sp>
    <dsp:sp modelId="{6A1A49C4-089F-4322-8723-B92302161A80}">
      <dsp:nvSpPr>
        <dsp:cNvPr id="0" name=""/>
        <dsp:cNvSpPr/>
      </dsp:nvSpPr>
      <dsp:spPr>
        <a:xfrm>
          <a:off x="8044456" y="3477033"/>
          <a:ext cx="1644215" cy="884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3C7C06-EF04-4681-8262-8A5575A33DEE}">
      <dsp:nvSpPr>
        <dsp:cNvPr id="0" name=""/>
        <dsp:cNvSpPr/>
      </dsp:nvSpPr>
      <dsp:spPr>
        <a:xfrm>
          <a:off x="8147353" y="3574785"/>
          <a:ext cx="1644215" cy="8845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Unit</a:t>
          </a:r>
          <a:r>
            <a:rPr lang="en-US" sz="1800" kern="1200" dirty="0"/>
            <a:t> </a:t>
          </a: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testing</a:t>
          </a:r>
        </a:p>
      </dsp:txBody>
      <dsp:txXfrm>
        <a:off x="8173260" y="3600692"/>
        <a:ext cx="1592401" cy="832724"/>
      </dsp:txXfrm>
    </dsp:sp>
    <dsp:sp modelId="{06F17C85-FB09-49F1-B31C-314DBB5CE1D6}">
      <dsp:nvSpPr>
        <dsp:cNvPr id="0" name=""/>
        <dsp:cNvSpPr/>
      </dsp:nvSpPr>
      <dsp:spPr>
        <a:xfrm>
          <a:off x="9894465" y="3477033"/>
          <a:ext cx="1644215" cy="884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D9AFB-BC39-48C6-8CAC-A1E473ED1554}">
      <dsp:nvSpPr>
        <dsp:cNvPr id="0" name=""/>
        <dsp:cNvSpPr/>
      </dsp:nvSpPr>
      <dsp:spPr>
        <a:xfrm>
          <a:off x="9997362" y="3574785"/>
          <a:ext cx="1644215" cy="8845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System</a:t>
          </a:r>
          <a:r>
            <a:rPr lang="en-US" sz="1800" kern="1200" dirty="0"/>
            <a:t> </a:t>
          </a:r>
          <a:r>
            <a:rPr lang="en-US" sz="1400" b="1" kern="1200" dirty="0">
              <a:solidFill>
                <a:srgbClr val="2D2E2D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+mn-ea"/>
              <a:cs typeface="+mn-cs"/>
            </a:rPr>
            <a:t>testing</a:t>
          </a:r>
        </a:p>
      </dsp:txBody>
      <dsp:txXfrm>
        <a:off x="10023269" y="3600692"/>
        <a:ext cx="1592401" cy="8327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01BE0-97E1-F031-2479-6634F7AD5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38ED07-7E3D-B28F-013B-8F81A3EF3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92254-3230-0F64-0FC3-D487C4D31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3D2C7-5108-32B8-E1C5-F75716C547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02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4/10/2026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4/10/2026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4/10/2026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4/10/2026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5946D51-0A99-B3CC-2CF1-B95E60F0412D}"/>
              </a:ext>
            </a:extLst>
          </p:cNvPr>
          <p:cNvSpPr txBox="1">
            <a:spLocks/>
          </p:cNvSpPr>
          <p:nvPr/>
        </p:nvSpPr>
        <p:spPr>
          <a:xfrm>
            <a:off x="2838033" y="3200399"/>
            <a:ext cx="6515932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600" dirty="0">
                <a:solidFill>
                  <a:schemeClr val="tx1"/>
                </a:solidFill>
                <a:cs typeface="Times New Roman" panose="02020603050405020304" pitchFamily="18" charset="0"/>
              </a:rPr>
              <a:t>Software Project Management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AF970A9-D575-5C6C-CA6F-E93ACB862E93}"/>
              </a:ext>
            </a:extLst>
          </p:cNvPr>
          <p:cNvSpPr txBox="1">
            <a:spLocks/>
          </p:cNvSpPr>
          <p:nvPr/>
        </p:nvSpPr>
        <p:spPr>
          <a:xfrm>
            <a:off x="4795865" y="3788065"/>
            <a:ext cx="2600267" cy="45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2000" b="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600" b="1" dirty="0">
                <a:latin typeface="+mj-lt"/>
                <a:cs typeface="Times New Roman" panose="02020603050405020304" pitchFamily="18" charset="0"/>
              </a:rPr>
              <a:t>Lab 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0806E3-59C7-811F-2028-7D82D45D2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663" y="222127"/>
            <a:ext cx="1397120" cy="1371600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AC8591F7-9237-8199-7A17-4ED94FB45C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17" y="222127"/>
            <a:ext cx="1387736" cy="13716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DEF957E-140E-9046-7C6F-FC2849251B03}"/>
              </a:ext>
            </a:extLst>
          </p:cNvPr>
          <p:cNvSpPr txBox="1">
            <a:spLocks/>
          </p:cNvSpPr>
          <p:nvPr/>
        </p:nvSpPr>
        <p:spPr>
          <a:xfrm>
            <a:off x="3527257" y="130687"/>
            <a:ext cx="5137484" cy="15544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76000"/>
              </a:lnSpc>
              <a:spcBef>
                <a:spcPct val="0"/>
              </a:spcBef>
              <a:buNone/>
              <a:defRPr sz="80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Mansoura University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Faculty of Computers and Information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Semester- 2025-2026</a:t>
            </a:r>
            <a:br>
              <a:rPr lang="en-US" alt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B4D1B8F-4055-F295-BAB7-1857459EFFC3}"/>
              </a:ext>
            </a:extLst>
          </p:cNvPr>
          <p:cNvSpPr txBox="1">
            <a:spLocks/>
          </p:cNvSpPr>
          <p:nvPr/>
        </p:nvSpPr>
        <p:spPr>
          <a:xfrm>
            <a:off x="4413319" y="4375730"/>
            <a:ext cx="3365358" cy="45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+mj-lt"/>
                <a:cs typeface="Times New Roman" panose="02020603050405020304" pitchFamily="18" charset="0"/>
              </a:rPr>
              <a:t>Basma Yasser</a:t>
            </a:r>
          </a:p>
        </p:txBody>
      </p:sp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55480-5A69-3BEE-9DD2-514BF3E09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8A42E-0186-ADCC-0789-877DED59C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968" y="0"/>
            <a:ext cx="9601200" cy="1142385"/>
          </a:xfrm>
        </p:spPr>
        <p:txBody>
          <a:bodyPr>
            <a:normAutofit/>
          </a:bodyPr>
          <a:lstStyle/>
          <a:p>
            <a:r>
              <a:rPr lang="en-US" sz="3800" dirty="0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81758-3E10-E64F-6E28-F94FB08B0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968" y="1254421"/>
            <a:ext cx="9601200" cy="3809999"/>
          </a:xfrm>
        </p:spPr>
        <p:txBody>
          <a:bodyPr>
            <a:normAutofit/>
          </a:bodyPr>
          <a:lstStyle/>
          <a:p>
            <a:r>
              <a:rPr lang="en-US" sz="3000" b="1" dirty="0"/>
              <a:t>Work Breakdown Structure.</a:t>
            </a:r>
          </a:p>
          <a:p>
            <a:r>
              <a:rPr lang="en-US" sz="3000" b="1" dirty="0"/>
              <a:t>WBS Dictionary.</a:t>
            </a:r>
          </a:p>
        </p:txBody>
      </p:sp>
    </p:spTree>
    <p:extLst>
      <p:ext uri="{BB962C8B-B14F-4D97-AF65-F5344CB8AC3E}">
        <p14:creationId xmlns:p14="http://schemas.microsoft.com/office/powerpoint/2010/main" val="91257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968" y="0"/>
            <a:ext cx="9601200" cy="1142385"/>
          </a:xfrm>
        </p:spPr>
        <p:txBody>
          <a:bodyPr>
            <a:normAutofit/>
          </a:bodyPr>
          <a:lstStyle/>
          <a:p>
            <a:r>
              <a:rPr lang="en-US" sz="4000" dirty="0"/>
              <a:t>Work Breakdown Structures</a:t>
            </a:r>
            <a:endParaRPr lang="en-US" sz="3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797AC-2D8C-23AD-5A6D-09C6E962D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0476" y="1226276"/>
            <a:ext cx="10433198" cy="4899980"/>
          </a:xfrm>
        </p:spPr>
        <p:txBody>
          <a:bodyPr>
            <a:normAutofit/>
          </a:bodyPr>
          <a:lstStyle/>
          <a:p>
            <a:pPr algn="l" rtl="0" fontAlgn="base">
              <a:buFont typeface="Wingdings" panose="05000000000000000000" pitchFamily="2" charset="2"/>
              <a:buChar char="§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+mj-lt"/>
              </a:rPr>
              <a:t>Work breakdown structure (WBS) is a hierarchical tree structure that outlines your project and breaks it down into smaller, more manageable portions. </a:t>
            </a:r>
          </a:p>
          <a:p>
            <a:pPr algn="l" rtl="0" fontAlgn="base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It's a way to divide large projects so you can get things done faster and more efficiently.</a:t>
            </a:r>
          </a:p>
          <a:p>
            <a:pPr algn="l" rtl="0" fontAlgn="base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+mj-lt"/>
              </a:rPr>
              <a:t>Each level of the work breakdown structure provides further definition and detail.​</a:t>
            </a:r>
            <a:endParaRPr lang="en-US" sz="2800" dirty="0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pPr algn="l" rtl="0" fontAlgn="base">
              <a:buFont typeface="Wingdings" panose="05000000000000000000" pitchFamily="2" charset="2"/>
              <a:buChar char="§"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7601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4A1E6-94BB-3782-A048-8195EEE0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98C5-FE6A-E9E8-DFB4-35346C706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476" y="0"/>
            <a:ext cx="9601200" cy="1142385"/>
          </a:xfrm>
        </p:spPr>
        <p:txBody>
          <a:bodyPr>
            <a:normAutofit/>
          </a:bodyPr>
          <a:lstStyle/>
          <a:p>
            <a:r>
              <a:rPr lang="en-US" sz="4000" dirty="0"/>
              <a:t>WBS Dictionary</a:t>
            </a:r>
            <a:endParaRPr lang="en-US" sz="3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2775F1-8A09-41C0-B822-036570696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0476" y="1311336"/>
            <a:ext cx="10411047" cy="4899980"/>
          </a:xfrm>
        </p:spPr>
        <p:txBody>
          <a:bodyPr>
            <a:normAutofit/>
          </a:bodyPr>
          <a:lstStyle/>
          <a:p>
            <a:r>
              <a:rPr lang="en-US" sz="2400" dirty="0"/>
              <a:t> The WBS Dictionary describes each component of the WBS with activities, scope, and sometimes dates, resources, and costs.​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64EA6E-8349-A4E8-5D79-8B953D257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377322"/>
              </p:ext>
            </p:extLst>
          </p:nvPr>
        </p:nvGraphicFramePr>
        <p:xfrm>
          <a:off x="1547627" y="2229489"/>
          <a:ext cx="9096744" cy="37991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186">
                  <a:extLst>
                    <a:ext uri="{9D8B030D-6E8A-4147-A177-3AD203B41FA5}">
                      <a16:colId xmlns:a16="http://schemas.microsoft.com/office/drawing/2014/main" val="155661727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88944484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3755983057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287858090"/>
                    </a:ext>
                  </a:extLst>
                </a:gridCol>
              </a:tblGrid>
              <a:tr h="559244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Task Name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568056"/>
                  </a:ext>
                </a:extLst>
              </a:tr>
              <a:tr h="943712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Start Date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End Date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Responsible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Participating Partners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321184"/>
                  </a:ext>
                </a:extLst>
              </a:tr>
              <a:tr h="76540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Work Statement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738523"/>
                  </a:ext>
                </a:extLst>
              </a:tr>
              <a:tr h="76540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Activities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422832"/>
                  </a:ext>
                </a:extLst>
              </a:tr>
              <a:tr h="76540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Cost items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430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51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7A23A-6942-F320-7E84-25DBAADE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5D27F30F-4734-5FF3-BF86-CF5BD89C20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6262385"/>
              </p:ext>
            </p:extLst>
          </p:nvPr>
        </p:nvGraphicFramePr>
        <p:xfrm>
          <a:off x="560425" y="202004"/>
          <a:ext cx="11071151" cy="5454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8B1C1A3-2AD7-E68D-C574-8F6DC0F94045}"/>
              </a:ext>
            </a:extLst>
          </p:cNvPr>
          <p:cNvSpPr txBox="1"/>
          <p:nvPr/>
        </p:nvSpPr>
        <p:spPr>
          <a:xfrm>
            <a:off x="3182350" y="5082348"/>
            <a:ext cx="5827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+mj-lt"/>
              </a:rPr>
              <a:t>A Work Breakdown Structure For Building a House</a:t>
            </a:r>
            <a:r>
              <a:rPr lang="en-US" dirty="0">
                <a:latin typeface="+mj-lt"/>
              </a:rPr>
              <a:t>.​</a:t>
            </a:r>
          </a:p>
        </p:txBody>
      </p:sp>
    </p:spTree>
    <p:extLst>
      <p:ext uri="{BB962C8B-B14F-4D97-AF65-F5344CB8AC3E}">
        <p14:creationId xmlns:p14="http://schemas.microsoft.com/office/powerpoint/2010/main" val="2566183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F9D59-8D4F-F358-A369-B45FFCD8A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CEBDA00-277B-DD7B-CDD1-D9929F356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230103"/>
              </p:ext>
            </p:extLst>
          </p:nvPr>
        </p:nvGraphicFramePr>
        <p:xfrm>
          <a:off x="1547628" y="1188720"/>
          <a:ext cx="9096744" cy="37991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186">
                  <a:extLst>
                    <a:ext uri="{9D8B030D-6E8A-4147-A177-3AD203B41FA5}">
                      <a16:colId xmlns:a16="http://schemas.microsoft.com/office/drawing/2014/main" val="155661727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88944484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3755983057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287858090"/>
                    </a:ext>
                  </a:extLst>
                </a:gridCol>
              </a:tblGrid>
              <a:tr h="559244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1.1 Foundation​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568056"/>
                  </a:ext>
                </a:extLst>
              </a:tr>
              <a:tr h="943712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Start Date​</a:t>
                      </a:r>
                    </a:p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3/4/2020​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End Date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3/5/2020​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Responsible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X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Participating Partners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x1,x2,x3….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321184"/>
                  </a:ext>
                </a:extLst>
              </a:tr>
              <a:tr h="76540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Work Statement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All of the work necessary to build a house.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+mj-lt"/>
                        </a:rPr>
                        <a:t>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738523"/>
                  </a:ext>
                </a:extLst>
              </a:tr>
              <a:tr h="76540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Activities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Excavation and concrete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422832"/>
                  </a:ext>
                </a:extLst>
              </a:tr>
              <a:tr h="76540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Cost items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1000$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430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40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09758-5D57-08F2-8F11-7305FE49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639E0D2-D8DC-5393-5F93-D32CBFE5E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717057"/>
              </p:ext>
            </p:extLst>
          </p:nvPr>
        </p:nvGraphicFramePr>
        <p:xfrm>
          <a:off x="1547628" y="1189167"/>
          <a:ext cx="9096744" cy="3804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186">
                  <a:extLst>
                    <a:ext uri="{9D8B030D-6E8A-4147-A177-3AD203B41FA5}">
                      <a16:colId xmlns:a16="http://schemas.microsoft.com/office/drawing/2014/main" val="155661727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88944484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3755983057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287858090"/>
                    </a:ext>
                  </a:extLst>
                </a:gridCol>
              </a:tblGrid>
              <a:tr h="701337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1.1.1 Excavation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568056"/>
                  </a:ext>
                </a:extLst>
              </a:tr>
              <a:tr h="1183492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Start Date​</a:t>
                      </a:r>
                    </a:p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4/4/2020​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End Date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10/4/2020​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Responsible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X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Participating Partners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x1,x2….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321184"/>
                  </a:ext>
                </a:extLst>
              </a:tr>
              <a:tr h="959882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Work Statement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Creating a hole to be framed and poured.​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738523"/>
                  </a:ext>
                </a:extLst>
              </a:tr>
              <a:tr h="959882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Cost items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500$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430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639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960A6-3FFD-B9EE-942E-2C944E72A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8EFAC5F-17EE-DFF2-53D1-329651AA2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26663"/>
              </p:ext>
            </p:extLst>
          </p:nvPr>
        </p:nvGraphicFramePr>
        <p:xfrm>
          <a:off x="1547628" y="1189174"/>
          <a:ext cx="9096744" cy="38045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186">
                  <a:extLst>
                    <a:ext uri="{9D8B030D-6E8A-4147-A177-3AD203B41FA5}">
                      <a16:colId xmlns:a16="http://schemas.microsoft.com/office/drawing/2014/main" val="155661727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88944484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3755983057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287858090"/>
                    </a:ext>
                  </a:extLst>
                </a:gridCol>
              </a:tblGrid>
              <a:tr h="701336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1.2 </a:t>
                      </a:r>
                      <a:r>
                        <a:rPr lang="en-US" sz="18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Masonary</a:t>
                      </a: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work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568056"/>
                  </a:ext>
                </a:extLst>
              </a:tr>
              <a:tr h="118349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Start Date​</a:t>
                      </a:r>
                    </a:p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28/4/2020​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End Date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28/5/2020​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Responsible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Y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Participating Partners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y1,y2….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321184"/>
                  </a:ext>
                </a:extLst>
              </a:tr>
              <a:tr h="95988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Work Statement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Building of structures from individual units.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+mj-lt"/>
                        </a:rPr>
                        <a:t>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738523"/>
                  </a:ext>
                </a:extLst>
              </a:tr>
              <a:tr h="95988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Cost items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1000$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430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69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ECB70-6468-D146-F89C-77F2F5E31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0615608-CD64-2AB7-1A76-A8143E923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270244"/>
              </p:ext>
            </p:extLst>
          </p:nvPr>
        </p:nvGraphicFramePr>
        <p:xfrm>
          <a:off x="1547628" y="1188720"/>
          <a:ext cx="9096744" cy="37991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186">
                  <a:extLst>
                    <a:ext uri="{9D8B030D-6E8A-4147-A177-3AD203B41FA5}">
                      <a16:colId xmlns:a16="http://schemas.microsoft.com/office/drawing/2014/main" val="155661727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88944484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3755983057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287858090"/>
                    </a:ext>
                  </a:extLst>
                </a:gridCol>
              </a:tblGrid>
              <a:tr h="559244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1.3 Finishing work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568056"/>
                  </a:ext>
                </a:extLst>
              </a:tr>
              <a:tr h="943712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Start Date​</a:t>
                      </a:r>
                    </a:p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10/5/2020​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End Date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10/7/2020​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Responsible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Y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Participating Partners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y1,y2….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321184"/>
                  </a:ext>
                </a:extLst>
              </a:tr>
              <a:tr h="76540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Work Statement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All of the work necessary to complete the interior of the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house.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+mj-lt"/>
                        </a:rPr>
                        <a:t>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738523"/>
                  </a:ext>
                </a:extLst>
              </a:tr>
              <a:tr h="76540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Activities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It contains some works such as Electricity and Plumbing, painting and flooring.​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422832"/>
                  </a:ext>
                </a:extLst>
              </a:tr>
              <a:tr h="76540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Cost items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1000$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430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4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8FC10-D493-1140-C3CC-15EB5B148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E0C78F8-FC59-CF30-2335-2318FDAC7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39044"/>
              </p:ext>
            </p:extLst>
          </p:nvPr>
        </p:nvGraphicFramePr>
        <p:xfrm>
          <a:off x="1547628" y="1189174"/>
          <a:ext cx="9096744" cy="38045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186">
                  <a:extLst>
                    <a:ext uri="{9D8B030D-6E8A-4147-A177-3AD203B41FA5}">
                      <a16:colId xmlns:a16="http://schemas.microsoft.com/office/drawing/2014/main" val="155661727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88944484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3755983057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287858090"/>
                    </a:ext>
                  </a:extLst>
                </a:gridCol>
              </a:tblGrid>
              <a:tr h="701336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1.3.1 Electrical works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568056"/>
                  </a:ext>
                </a:extLst>
              </a:tr>
              <a:tr h="118349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Start Date​</a:t>
                      </a:r>
                    </a:p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11/5/2020​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End Date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25/5/2020​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Responsible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X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Participating Partners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x1,x2….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321184"/>
                  </a:ext>
                </a:extLst>
              </a:tr>
              <a:tr h="95988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Work Statement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All of the work necessary to complete the electrical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works of the house.​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738523"/>
                  </a:ext>
                </a:extLst>
              </a:tr>
              <a:tr h="95988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Cost items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700$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430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643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4E41D5E-DB0A-B251-6899-AB3E868DC2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0658329"/>
              </p:ext>
            </p:extLst>
          </p:nvPr>
        </p:nvGraphicFramePr>
        <p:xfrm>
          <a:off x="1285949" y="73594"/>
          <a:ext cx="9620102" cy="57751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B13DE75-B5AA-5EC9-5F0E-FFCCBEA0667E}"/>
              </a:ext>
            </a:extLst>
          </p:cNvPr>
          <p:cNvSpPr txBox="1"/>
          <p:nvPr/>
        </p:nvSpPr>
        <p:spPr>
          <a:xfrm>
            <a:off x="2797629" y="5759770"/>
            <a:ext cx="659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+mj-lt"/>
              </a:rPr>
              <a:t>A Work Breakdown Structure For launching a new product</a:t>
            </a:r>
            <a:r>
              <a:rPr lang="en-US" dirty="0">
                <a:latin typeface="+mj-lt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2901639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05F76-67B5-1CAF-2894-DD82015E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8DED09F-B885-9CCB-1F67-1BAB55487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710766"/>
              </p:ext>
            </p:extLst>
          </p:nvPr>
        </p:nvGraphicFramePr>
        <p:xfrm>
          <a:off x="1547628" y="1188720"/>
          <a:ext cx="9096744" cy="380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186">
                  <a:extLst>
                    <a:ext uri="{9D8B030D-6E8A-4147-A177-3AD203B41FA5}">
                      <a16:colId xmlns:a16="http://schemas.microsoft.com/office/drawing/2014/main" val="155661727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88944484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3755983057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287858090"/>
                    </a:ext>
                  </a:extLst>
                </a:gridCol>
              </a:tblGrid>
              <a:tr h="525572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1.1 Planning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568056"/>
                  </a:ext>
                </a:extLst>
              </a:tr>
              <a:tr h="92177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Start Date​</a:t>
                      </a:r>
                    </a:p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1/5/2020​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End Date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8/5/2020​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Responsible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x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Participating Partners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x1,x2….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321184"/>
                  </a:ext>
                </a:extLst>
              </a:tr>
              <a:tr h="719319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Work Statement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Defining the requirements.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+mj-lt"/>
                        </a:rPr>
                        <a:t>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738523"/>
                  </a:ext>
                </a:extLst>
              </a:tr>
              <a:tr h="92177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Activities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Setup Team &amp; Budget,​</a:t>
                      </a:r>
                    </a:p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Define the components of product and​</a:t>
                      </a:r>
                    </a:p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Setup timeline and roadmap​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422832"/>
                  </a:ext>
                </a:extLst>
              </a:tr>
              <a:tr h="719319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Cost items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Only time spent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430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312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1794-0C9C-6F49-5FC1-F8259F484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A0CB281-737A-96D5-8907-8A49EC92A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932949"/>
              </p:ext>
            </p:extLst>
          </p:nvPr>
        </p:nvGraphicFramePr>
        <p:xfrm>
          <a:off x="1547628" y="1188720"/>
          <a:ext cx="9096744" cy="380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186">
                  <a:extLst>
                    <a:ext uri="{9D8B030D-6E8A-4147-A177-3AD203B41FA5}">
                      <a16:colId xmlns:a16="http://schemas.microsoft.com/office/drawing/2014/main" val="155661727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88944484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3755983057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287858090"/>
                    </a:ext>
                  </a:extLst>
                </a:gridCol>
              </a:tblGrid>
              <a:tr h="525572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1.2 Product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568056"/>
                  </a:ext>
                </a:extLst>
              </a:tr>
              <a:tr h="92177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Start Date​</a:t>
                      </a:r>
                    </a:p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10/5/2020​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End Date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20/5/2020​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Responsible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Y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Participating Partners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y1,y2….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321184"/>
                  </a:ext>
                </a:extLst>
              </a:tr>
              <a:tr h="719319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Work Statement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Identifying everything about our new product.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+mj-lt"/>
                        </a:rPr>
                        <a:t>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738523"/>
                  </a:ext>
                </a:extLst>
              </a:tr>
              <a:tr h="92177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Activities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Prepare product demo,​</a:t>
                      </a:r>
                    </a:p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Defining prices policies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422832"/>
                  </a:ext>
                </a:extLst>
              </a:tr>
              <a:tr h="719319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Cost items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Only time spent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430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80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C54AC-C960-6563-7517-90B7FB7E6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7CD9887-B648-5E21-1F6D-A3C7C95FD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570186"/>
              </p:ext>
            </p:extLst>
          </p:nvPr>
        </p:nvGraphicFramePr>
        <p:xfrm>
          <a:off x="1547628" y="1188720"/>
          <a:ext cx="9096744" cy="380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186">
                  <a:extLst>
                    <a:ext uri="{9D8B030D-6E8A-4147-A177-3AD203B41FA5}">
                      <a16:colId xmlns:a16="http://schemas.microsoft.com/office/drawing/2014/main" val="155661727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88944484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3755983057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287858090"/>
                    </a:ext>
                  </a:extLst>
                </a:gridCol>
              </a:tblGrid>
              <a:tr h="525572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1.3 Marketing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568056"/>
                  </a:ext>
                </a:extLst>
              </a:tr>
              <a:tr h="92177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Start Date​</a:t>
                      </a:r>
                    </a:p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10/5/2020​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End Date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20/5/2020​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Responsible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Y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Participating Partners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y1,y2….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321184"/>
                  </a:ext>
                </a:extLst>
              </a:tr>
              <a:tr h="719319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Work Statement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 bringing a new product to market and overseeing its overall  success.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+mj-lt"/>
                        </a:rPr>
                        <a:t>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738523"/>
                  </a:ext>
                </a:extLst>
              </a:tr>
              <a:tr h="921775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Activities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Organize advertising,​</a:t>
                      </a:r>
                    </a:p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Plan events and trade shows and​</a:t>
                      </a:r>
                    </a:p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Update corporate website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422832"/>
                  </a:ext>
                </a:extLst>
              </a:tr>
              <a:tr h="719319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Cost items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1000$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430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207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6C6FA4-E2C1-EF76-FBE5-C0344C3DAC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7017782"/>
              </p:ext>
            </p:extLst>
          </p:nvPr>
        </p:nvGraphicFramePr>
        <p:xfrm>
          <a:off x="274675" y="-794587"/>
          <a:ext cx="11642651" cy="7171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47CCB64-A004-F4DF-2656-478C0B55D161}"/>
              </a:ext>
            </a:extLst>
          </p:cNvPr>
          <p:cNvSpPr txBox="1"/>
          <p:nvPr/>
        </p:nvSpPr>
        <p:spPr>
          <a:xfrm>
            <a:off x="2662977" y="5273745"/>
            <a:ext cx="6866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 Work Breakdown Structure For building a Software system</a:t>
            </a:r>
            <a:r>
              <a:rPr lang="en-US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999364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28A67-59D8-EE65-B2FA-BD09CE102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4358669-C672-AF08-85E8-9C438F705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361597"/>
              </p:ext>
            </p:extLst>
          </p:nvPr>
        </p:nvGraphicFramePr>
        <p:xfrm>
          <a:off x="1547628" y="1189174"/>
          <a:ext cx="9096744" cy="38045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186">
                  <a:extLst>
                    <a:ext uri="{9D8B030D-6E8A-4147-A177-3AD203B41FA5}">
                      <a16:colId xmlns:a16="http://schemas.microsoft.com/office/drawing/2014/main" val="155661727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88944484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3755983057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287858090"/>
                    </a:ext>
                  </a:extLst>
                </a:gridCol>
              </a:tblGrid>
              <a:tr h="701336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1.1 SW Requirements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568056"/>
                  </a:ext>
                </a:extLst>
              </a:tr>
              <a:tr h="118349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Start Date​</a:t>
                      </a:r>
                    </a:p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10/5/2020​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End Date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20/5/2020​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Responsible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Y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Participating Partners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y1,y2….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321184"/>
                  </a:ext>
                </a:extLst>
              </a:tr>
              <a:tr h="95988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Work Statement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Defining the requirements​.​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738523"/>
                  </a:ext>
                </a:extLst>
              </a:tr>
              <a:tr h="95988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Activities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Draft preliminary software requirements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Develop delivery timeline​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430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902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55D7E-2F1A-E3B1-61CC-F671C7E4E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7F520DA-DB37-16D5-F50C-E06146620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810589"/>
              </p:ext>
            </p:extLst>
          </p:nvPr>
        </p:nvGraphicFramePr>
        <p:xfrm>
          <a:off x="1547628" y="1189174"/>
          <a:ext cx="9096744" cy="38045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186">
                  <a:extLst>
                    <a:ext uri="{9D8B030D-6E8A-4147-A177-3AD203B41FA5}">
                      <a16:colId xmlns:a16="http://schemas.microsoft.com/office/drawing/2014/main" val="155661727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88944484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3755983057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287858090"/>
                    </a:ext>
                  </a:extLst>
                </a:gridCol>
              </a:tblGrid>
              <a:tr h="701336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1.3 Development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568056"/>
                  </a:ext>
                </a:extLst>
              </a:tr>
              <a:tr h="118349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Start Date​</a:t>
                      </a:r>
                    </a:p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10/6/2020​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End Date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20/10/2020​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Responsible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Y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Participating Partners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y1,y2….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321184"/>
                  </a:ext>
                </a:extLst>
              </a:tr>
              <a:tr h="95988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Work Statement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Developing the core of the system​.​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738523"/>
                  </a:ext>
                </a:extLst>
              </a:tr>
              <a:tr h="95988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Activities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Database​</a:t>
                      </a:r>
                    </a:p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Coding​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430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5357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8D067-986C-E253-5529-CEF579C7E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0848ADF-3BA0-E4C5-CDAF-5070EAAC1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322487"/>
              </p:ext>
            </p:extLst>
          </p:nvPr>
        </p:nvGraphicFramePr>
        <p:xfrm>
          <a:off x="1547628" y="1189174"/>
          <a:ext cx="9096744" cy="38045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4186">
                  <a:extLst>
                    <a:ext uri="{9D8B030D-6E8A-4147-A177-3AD203B41FA5}">
                      <a16:colId xmlns:a16="http://schemas.microsoft.com/office/drawing/2014/main" val="155661727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889444845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3755983057"/>
                    </a:ext>
                  </a:extLst>
                </a:gridCol>
                <a:gridCol w="2274186">
                  <a:extLst>
                    <a:ext uri="{9D8B030D-6E8A-4147-A177-3AD203B41FA5}">
                      <a16:colId xmlns:a16="http://schemas.microsoft.com/office/drawing/2014/main" val="287858090"/>
                    </a:ext>
                  </a:extLst>
                </a:gridCol>
              </a:tblGrid>
              <a:tr h="701336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1.4 Testing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568056"/>
                  </a:ext>
                </a:extLst>
              </a:tr>
              <a:tr h="118349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Start Date​</a:t>
                      </a:r>
                    </a:p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25/10/2020​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End Date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25/12/2020​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Responsible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Y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Participating Partners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y1,y2….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321184"/>
                  </a:ext>
                </a:extLst>
              </a:tr>
              <a:tr h="95988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Work Statement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+mj-lt"/>
                        </a:rPr>
                        <a:t>Evaluating the system to find whether it satisfies the specified requirements or not​.​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738523"/>
                  </a:ext>
                </a:extLst>
              </a:tr>
              <a:tr h="95988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Activities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Unit Testing​</a:t>
                      </a:r>
                    </a:p>
                    <a:p>
                      <a:pPr algn="ctr"/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System Testing​</a:t>
                      </a:r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430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470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AD127-9033-C54D-4703-E59324792629}"/>
              </a:ext>
            </a:extLst>
          </p:cNvPr>
          <p:cNvSpPr txBox="1">
            <a:spLocks/>
          </p:cNvSpPr>
          <p:nvPr/>
        </p:nvSpPr>
        <p:spPr>
          <a:xfrm>
            <a:off x="2792529" y="2857807"/>
            <a:ext cx="6606941" cy="114238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0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4430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8217</TotalTime>
  <Words>810</Words>
  <Application>Microsoft Office PowerPoint</Application>
  <PresentationFormat>Widescreen</PresentationFormat>
  <Paragraphs>231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Gill Sans MT</vt:lpstr>
      <vt:lpstr>Times New Roman</vt:lpstr>
      <vt:lpstr>Wingdings</vt:lpstr>
      <vt:lpstr>Diamond Grid 16x9</vt:lpstr>
      <vt:lpstr>PowerPoint Presentation</vt:lpstr>
      <vt:lpstr>Outlines</vt:lpstr>
      <vt:lpstr>Work Breakdown Structures</vt:lpstr>
      <vt:lpstr>WBS Dictionary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Ahmed-Under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basma yasser mohamed</dc:creator>
  <cp:lastModifiedBy>basma yasser mohamed</cp:lastModifiedBy>
  <cp:revision>104</cp:revision>
  <dcterms:created xsi:type="dcterms:W3CDTF">2026-02-13T09:00:52Z</dcterms:created>
  <dcterms:modified xsi:type="dcterms:W3CDTF">2026-04-11T08:24:09Z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